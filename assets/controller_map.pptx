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F21924-34B1-8281-C9B3-FC3C6A07E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E56536-0C3A-BA79-F62E-8174FA4C4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777B16-8A47-B42D-37F0-E6044EDF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9DAA-DD6E-4AD3-AD34-68D86F47C51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48FF46-2ABB-395D-ABB8-960089DA3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5CBCEF-440E-AB80-3B9B-9B93CB96A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E114-EDA7-4EE1-964C-60D2EE68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2329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320E37-35BA-6BB0-9C38-6BCAF79DF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71DF30-B27C-B927-7159-6C93B7B4F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6C70B5-B9B1-D3A4-9FA5-F9A1F5B6B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9DAA-DD6E-4AD3-AD34-68D86F47C51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7E63F-B826-BF42-DD01-9CC89A2B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DEFB30-9652-5609-096C-70804A11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E114-EDA7-4EE1-964C-60D2EE68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7961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11F870-7FD3-8910-C9E3-993EA771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57D684-2776-144E-D683-A24A34114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6DA4B8-99BD-0F25-9F19-98FDD387A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9DAA-DD6E-4AD3-AD34-68D86F47C51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A2C309-47E9-8D13-22BE-DB401BAE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CA9589-4DF6-CC85-7B36-1D8AB229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E114-EDA7-4EE1-964C-60D2EE68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660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80C9D6-6B9D-5E5C-9DF4-3B10E3BA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8421F1-5747-8BDD-6E38-E4E486C3C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27FB7A4-90E1-C784-CF4C-F40170EE3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1E2A83-B216-79BF-A85B-3E8F62EA1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9DAA-DD6E-4AD3-AD34-68D86F47C51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70794C-8F33-ED92-6D75-AE8BCB813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591D6E-4A9F-1E67-F553-C5AD6A36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E114-EDA7-4EE1-964C-60D2EE68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912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D9C90C-E3CC-3B4C-E5C7-519763B15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1C44E3-BF29-EE69-09FB-363DF5197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FE9AFE-BCDD-5019-C97C-780118E98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B23B7F7-3BC9-C8E0-723A-51F2ADF98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4D1E517-BAEF-611F-3308-3598502C3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70D9148-AB0A-A4FA-DE9F-EF174D912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9DAA-DD6E-4AD3-AD34-68D86F47C51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5896B8D-DCD9-1C88-8811-19B4F25BB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A698F9C-4F7B-1A76-5A35-7423356C4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E114-EDA7-4EE1-964C-60D2EE68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9160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ED5804-7102-CCA6-106E-A06D2F298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BA6DCCE-4CB5-2E75-1DCB-2E79D83A9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9DAA-DD6E-4AD3-AD34-68D86F47C51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70B703-E06C-B5B3-3D6C-A8FF9FC8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58EB3B8-2140-BA7D-D991-2C93178F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E114-EDA7-4EE1-964C-60D2EE68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442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62BA9F-4BBE-957D-A085-F5853E76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9DAA-DD6E-4AD3-AD34-68D86F47C51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0CB367F-C65B-D635-771C-0FD77F23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92FA3E-D2C1-50E4-3933-FDAE59D6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E114-EDA7-4EE1-964C-60D2EE68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5972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AB483-A73E-A20C-5EC3-4EA3A40FB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E93EF6-6257-AD54-998A-19FEA1812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0D5B6A-99A0-E98A-146D-5F386D83B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647B90-A08B-F3AC-D42B-853A3B94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9DAA-DD6E-4AD3-AD34-68D86F47C51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4CD063-C95C-1C9D-CD3D-8C35FC32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8BB603-C4DE-2E2C-182A-651951EA9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E114-EDA7-4EE1-964C-60D2EE68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5715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EB7345-C7A5-E34F-4FFC-BBBDD35D8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EFD34B4-0251-38C3-6DD8-805C5040F0E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7C8950-FEA4-D66B-50F9-389D2D324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C806BB-138D-31F8-5F2F-EF5DA438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9DAA-DD6E-4AD3-AD34-68D86F47C51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23AA86-DBAB-C117-E3D3-A2712DBA3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98B7A9-CDEF-EAEF-6B5D-898FCDCC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E114-EDA7-4EE1-964C-60D2EE68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281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D3FEC4-97D5-4556-9981-9186017E7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2A7CDF-00D0-A178-8F06-0F3CFA48B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E325D6-567C-5668-1CED-C6D149E0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9DAA-DD6E-4AD3-AD34-68D86F47C51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63EB70-E873-48F5-6277-42DDC1258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F261AE-00C7-744D-AE6F-56C2DD33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E114-EDA7-4EE1-964C-60D2EE68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8050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F8E4A76-4A5D-F8BB-3632-7DADBB417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8F02EF6-CFBD-4150-EB24-7F9E39517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DBBC8C-A418-F7BA-7295-77469FF6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9DAA-DD6E-4AD3-AD34-68D86F47C51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F12B54-0240-1EC4-C47D-29ADDC41C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831B59-2119-5997-3CFD-D31CB381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E114-EDA7-4EE1-964C-60D2EE68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93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34C709D-4EB4-4649-0C7A-E3BA38F52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CAB7DD-643B-AB55-7FF5-342081E10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FF228C-1859-8526-3FE5-4DDEE13CD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39DAA-DD6E-4AD3-AD34-68D86F47C51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E5AB23-A01E-ED27-D04C-5FB29B06B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9BD704-BA73-EFFC-3F92-25F7B2008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2E114-EDA7-4EE1-964C-60D2EE68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078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A1DC25-BC4F-EC72-10A0-F24A45577C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Controller map</a:t>
            </a:r>
            <a:br>
              <a:rPr kumimoji="1" lang="en-US" altLang="ja-JP" dirty="0"/>
            </a:br>
            <a:r>
              <a:rPr kumimoji="1" lang="en-US" altLang="ja-JP" dirty="0"/>
              <a:t>ROBOBIKE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3A6C72-B8A2-7804-6488-F7EEE1EF46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/>
              <a:t>2026/10/29</a:t>
            </a:r>
            <a:endParaRPr kumimoji="1" lang="en-US" altLang="ja-JP" dirty="0"/>
          </a:p>
          <a:p>
            <a:r>
              <a:rPr lang="en-US" altLang="ja-JP" dirty="0" err="1"/>
              <a:t>tontonton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2812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EFA1C1E-1628-9AE6-DFC4-908EA6FDC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865" y="581891"/>
            <a:ext cx="2835695" cy="612832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7442246-AA47-231B-74AB-162C2D78B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671" y="581891"/>
            <a:ext cx="2802097" cy="6128328"/>
          </a:xfrm>
          <a:prstGeom prst="rect">
            <a:avLst/>
          </a:prstGeom>
        </p:spPr>
      </p:pic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ECFD9204-9EDA-C38D-66CE-B7F35A4AC76D}"/>
              </a:ext>
            </a:extLst>
          </p:cNvPr>
          <p:cNvSpPr/>
          <p:nvPr/>
        </p:nvSpPr>
        <p:spPr>
          <a:xfrm>
            <a:off x="646548" y="2170546"/>
            <a:ext cx="711200" cy="612648"/>
          </a:xfrm>
          <a:prstGeom prst="wedgeRectCallout">
            <a:avLst>
              <a:gd name="adj1" fmla="val 88258"/>
              <a:gd name="adj2" fmla="val 4139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t_L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5</a:t>
            </a:r>
          </a:p>
          <a:p>
            <a:pPr algn="ctr"/>
            <a:r>
              <a:rPr kumimoji="1" lang="ja-JP" altLang="en-US" sz="1050" dirty="0"/>
              <a:t>左一杯</a:t>
            </a: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E06FD7E1-05C8-F0AE-A9AA-77D4115ED98E}"/>
              </a:ext>
            </a:extLst>
          </p:cNvPr>
          <p:cNvSpPr/>
          <p:nvPr/>
        </p:nvSpPr>
        <p:spPr>
          <a:xfrm>
            <a:off x="2013530" y="1557898"/>
            <a:ext cx="847182" cy="612648"/>
          </a:xfrm>
          <a:prstGeom prst="wedgeRectCallout">
            <a:avLst>
              <a:gd name="adj1" fmla="val 47998"/>
              <a:gd name="adj2" fmla="val 805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t_F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3</a:t>
            </a:r>
          </a:p>
          <a:p>
            <a:pPr algn="ctr"/>
            <a:r>
              <a:rPr kumimoji="1" lang="en-US" altLang="ja-JP" sz="1050" dirty="0"/>
              <a:t>10</a:t>
            </a:r>
            <a:r>
              <a:rPr kumimoji="1" lang="ja-JP" altLang="en-US" sz="1050" dirty="0"/>
              <a:t>秒直進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914D00A6-A04F-2E2A-EEC7-1D1C7EE3FD29}"/>
              </a:ext>
            </a:extLst>
          </p:cNvPr>
          <p:cNvSpPr/>
          <p:nvPr/>
        </p:nvSpPr>
        <p:spPr>
          <a:xfrm>
            <a:off x="4008716" y="1557898"/>
            <a:ext cx="847182" cy="612648"/>
          </a:xfrm>
          <a:prstGeom prst="wedgeRectCallout">
            <a:avLst>
              <a:gd name="adj1" fmla="val -34861"/>
              <a:gd name="adj2" fmla="val 8812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t_R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6</a:t>
            </a:r>
          </a:p>
          <a:p>
            <a:pPr algn="ctr"/>
            <a:r>
              <a:rPr kumimoji="1" lang="ja-JP" altLang="en-US" sz="1050" dirty="0"/>
              <a:t>右一杯</a:t>
            </a: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FC1C39AB-518B-22BE-BA7F-289C987265CC}"/>
              </a:ext>
            </a:extLst>
          </p:cNvPr>
          <p:cNvSpPr/>
          <p:nvPr/>
        </p:nvSpPr>
        <p:spPr>
          <a:xfrm>
            <a:off x="1357748" y="3646054"/>
            <a:ext cx="711200" cy="612648"/>
          </a:xfrm>
          <a:prstGeom prst="wedgeRectCallout">
            <a:avLst>
              <a:gd name="adj1" fmla="val 119427"/>
              <a:gd name="adj2" fmla="val 68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t_S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4</a:t>
            </a:r>
          </a:p>
          <a:p>
            <a:pPr algn="ctr"/>
            <a:r>
              <a:rPr lang="ja-JP" altLang="en-US" sz="1050" dirty="0"/>
              <a:t>停止</a:t>
            </a:r>
            <a:endParaRPr kumimoji="1" lang="ja-JP" altLang="en-US" sz="1050" dirty="0"/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4BC012CC-332D-6957-CAFB-C7C56632CA26}"/>
              </a:ext>
            </a:extLst>
          </p:cNvPr>
          <p:cNvSpPr/>
          <p:nvPr/>
        </p:nvSpPr>
        <p:spPr>
          <a:xfrm>
            <a:off x="3500429" y="3952378"/>
            <a:ext cx="863248" cy="612648"/>
          </a:xfrm>
          <a:prstGeom prst="wedgeRectCallout">
            <a:avLst>
              <a:gd name="adj1" fmla="val -93560"/>
              <a:gd name="adj2" fmla="val 2631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</a:t>
            </a:r>
            <a:r>
              <a:rPr lang="en-US" altLang="ja-JP" sz="1050" dirty="0" err="1"/>
              <a:t>BK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8</a:t>
            </a:r>
          </a:p>
          <a:p>
            <a:pPr algn="ctr"/>
            <a:r>
              <a:rPr kumimoji="1" lang="ja-JP" altLang="en-US" sz="1050" dirty="0"/>
              <a:t>連続後進</a:t>
            </a:r>
          </a:p>
        </p:txBody>
      </p:sp>
      <p:sp>
        <p:nvSpPr>
          <p:cNvPr id="17" name="吹き出し: 四角形 16">
            <a:extLst>
              <a:ext uri="{FF2B5EF4-FFF2-40B4-BE49-F238E27FC236}">
                <a16:creationId xmlns:a16="http://schemas.microsoft.com/office/drawing/2014/main" id="{D1DCD0B5-DD67-5A1B-0C01-9EB894916B85}"/>
              </a:ext>
            </a:extLst>
          </p:cNvPr>
          <p:cNvSpPr/>
          <p:nvPr/>
        </p:nvSpPr>
        <p:spPr>
          <a:xfrm>
            <a:off x="984685" y="5446544"/>
            <a:ext cx="1303594" cy="718496"/>
          </a:xfrm>
          <a:prstGeom prst="wedgeRectCallout">
            <a:avLst>
              <a:gd name="adj1" fmla="val 53614"/>
              <a:gd name="adj2" fmla="val -8203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/>
              <a:t>b</a:t>
            </a:r>
            <a:r>
              <a:rPr kumimoji="1" lang="en-US" altLang="ja-JP" sz="1050" dirty="0"/>
              <a:t>t_A_Up_0</a:t>
            </a:r>
          </a:p>
          <a:p>
            <a:pPr algn="ctr"/>
            <a:r>
              <a:rPr lang="en-US" altLang="ja-JP" sz="1050" dirty="0"/>
              <a:t>9</a:t>
            </a:r>
          </a:p>
          <a:p>
            <a:pPr algn="ctr"/>
            <a:r>
              <a:rPr lang="ja-JP" altLang="en-US" sz="1050" dirty="0"/>
              <a:t>モータ速度</a:t>
            </a:r>
            <a:r>
              <a:rPr lang="en-US" altLang="ja-JP" sz="1050" dirty="0"/>
              <a:t>+1</a:t>
            </a:r>
          </a:p>
          <a:p>
            <a:pPr algn="ctr"/>
            <a:r>
              <a:rPr lang="en-US" altLang="ja-JP" sz="1050" dirty="0"/>
              <a:t>m</a:t>
            </a:r>
            <a:r>
              <a:rPr kumimoji="1" lang="en-US" altLang="ja-JP" sz="1050" dirty="0"/>
              <a:t>ot_spd+1</a:t>
            </a:r>
          </a:p>
        </p:txBody>
      </p:sp>
      <p:sp>
        <p:nvSpPr>
          <p:cNvPr id="19" name="吹き出し: 四角形 18">
            <a:extLst>
              <a:ext uri="{FF2B5EF4-FFF2-40B4-BE49-F238E27FC236}">
                <a16:creationId xmlns:a16="http://schemas.microsoft.com/office/drawing/2014/main" id="{1ECAE5A6-163A-B8E0-B20D-01AC57EE6353}"/>
              </a:ext>
            </a:extLst>
          </p:cNvPr>
          <p:cNvSpPr/>
          <p:nvPr/>
        </p:nvSpPr>
        <p:spPr>
          <a:xfrm>
            <a:off x="-517234" y="3095151"/>
            <a:ext cx="1647096" cy="1032764"/>
          </a:xfrm>
          <a:prstGeom prst="wedgeRectCallout">
            <a:avLst>
              <a:gd name="adj1" fmla="val 95777"/>
              <a:gd name="adj2" fmla="val -3441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</a:t>
            </a:r>
            <a:r>
              <a:rPr lang="en-US" altLang="ja-JP" sz="1050" dirty="0" err="1"/>
              <a:t>Str_S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7</a:t>
            </a:r>
          </a:p>
          <a:p>
            <a:pPr algn="ctr"/>
            <a:r>
              <a:rPr lang="ja-JP" altLang="en-US" sz="1050" dirty="0"/>
              <a:t>ステアリング角変更</a:t>
            </a:r>
            <a:r>
              <a:rPr lang="en-US" altLang="ja-JP" sz="1050" dirty="0"/>
              <a:t>value=[100</a:t>
            </a:r>
            <a:r>
              <a:rPr lang="ja-JP" altLang="en-US" sz="1050" dirty="0"/>
              <a:t>（右）</a:t>
            </a:r>
            <a:r>
              <a:rPr lang="en-US" altLang="ja-JP" sz="1050" dirty="0"/>
              <a:t>,-100(</a:t>
            </a:r>
            <a:r>
              <a:rPr lang="ja-JP" altLang="en-US" sz="1050" dirty="0"/>
              <a:t>左</a:t>
            </a:r>
            <a:r>
              <a:rPr lang="en-US" altLang="ja-JP" sz="1050" dirty="0"/>
              <a:t>)]</a:t>
            </a:r>
          </a:p>
          <a:p>
            <a:pPr algn="ctr"/>
            <a:r>
              <a:rPr lang="ja-JP" altLang="en-US" sz="1050" dirty="0"/>
              <a:t>実行中駆動変化なし</a:t>
            </a:r>
            <a:endParaRPr lang="en-US" altLang="ja-JP" sz="1050" dirty="0"/>
          </a:p>
        </p:txBody>
      </p:sp>
      <p:sp>
        <p:nvSpPr>
          <p:cNvPr id="21" name="吹き出し: 四角形 20">
            <a:extLst>
              <a:ext uri="{FF2B5EF4-FFF2-40B4-BE49-F238E27FC236}">
                <a16:creationId xmlns:a16="http://schemas.microsoft.com/office/drawing/2014/main" id="{C9299AD5-923C-0E7E-8362-CB6C135A0412}"/>
              </a:ext>
            </a:extLst>
          </p:cNvPr>
          <p:cNvSpPr/>
          <p:nvPr/>
        </p:nvSpPr>
        <p:spPr>
          <a:xfrm>
            <a:off x="2365728" y="5446544"/>
            <a:ext cx="1303594" cy="718496"/>
          </a:xfrm>
          <a:prstGeom prst="wedgeRectCallout">
            <a:avLst>
              <a:gd name="adj1" fmla="val 13936"/>
              <a:gd name="adj2" fmla="val -8331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/>
              <a:t>b</a:t>
            </a:r>
            <a:r>
              <a:rPr kumimoji="1" lang="en-US" altLang="ja-JP" sz="1050" dirty="0"/>
              <a:t>t_A_</a:t>
            </a:r>
            <a:r>
              <a:rPr lang="en-US" altLang="ja-JP" sz="1050" dirty="0"/>
              <a:t>Dn</a:t>
            </a:r>
            <a:r>
              <a:rPr kumimoji="1" lang="en-US" altLang="ja-JP" sz="1050" dirty="0"/>
              <a:t>_0</a:t>
            </a:r>
          </a:p>
          <a:p>
            <a:pPr algn="ctr"/>
            <a:r>
              <a:rPr lang="en-US" altLang="ja-JP" sz="1050" dirty="0"/>
              <a:t>10</a:t>
            </a:r>
          </a:p>
          <a:p>
            <a:pPr algn="ctr"/>
            <a:r>
              <a:rPr lang="ja-JP" altLang="en-US" sz="1050" dirty="0"/>
              <a:t>モータ速度</a:t>
            </a:r>
            <a:r>
              <a:rPr lang="en-US" altLang="ja-JP" sz="1050" dirty="0"/>
              <a:t>-1</a:t>
            </a:r>
          </a:p>
          <a:p>
            <a:pPr algn="ctr"/>
            <a:r>
              <a:rPr lang="en-US" altLang="ja-JP" sz="1050" dirty="0"/>
              <a:t>m</a:t>
            </a:r>
            <a:r>
              <a:rPr kumimoji="1" lang="en-US" altLang="ja-JP" sz="1050" dirty="0"/>
              <a:t>ot_spd-1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ADE99AF-6C09-E976-739E-62520E50314E}"/>
              </a:ext>
            </a:extLst>
          </p:cNvPr>
          <p:cNvSpPr txBox="1"/>
          <p:nvPr/>
        </p:nvSpPr>
        <p:spPr>
          <a:xfrm>
            <a:off x="2288279" y="212559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root.html</a:t>
            </a:r>
            <a:endParaRPr kumimoji="1" lang="ja-JP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854F29D-6E42-1A14-B586-021F0AD16B4D}"/>
              </a:ext>
            </a:extLst>
          </p:cNvPr>
          <p:cNvSpPr txBox="1"/>
          <p:nvPr/>
        </p:nvSpPr>
        <p:spPr>
          <a:xfrm>
            <a:off x="6140286" y="203199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setup</a:t>
            </a:r>
            <a:r>
              <a:rPr kumimoji="1" lang="en-US" altLang="ja-JP" dirty="0"/>
              <a:t>.html</a:t>
            </a:r>
            <a:endParaRPr kumimoji="1" lang="ja-JP" altLang="en-US" dirty="0"/>
          </a:p>
        </p:txBody>
      </p:sp>
      <p:sp>
        <p:nvSpPr>
          <p:cNvPr id="26" name="吹き出し: 四角形 25">
            <a:extLst>
              <a:ext uri="{FF2B5EF4-FFF2-40B4-BE49-F238E27FC236}">
                <a16:creationId xmlns:a16="http://schemas.microsoft.com/office/drawing/2014/main" id="{2D2E19E6-66F2-0880-4984-9AA27E3EC602}"/>
              </a:ext>
            </a:extLst>
          </p:cNvPr>
          <p:cNvSpPr/>
          <p:nvPr/>
        </p:nvSpPr>
        <p:spPr>
          <a:xfrm>
            <a:off x="4893668" y="2011549"/>
            <a:ext cx="995341" cy="900545"/>
          </a:xfrm>
          <a:prstGeom prst="wedgeRectCallout">
            <a:avLst>
              <a:gd name="adj1" fmla="val 89186"/>
              <a:gd name="adj2" fmla="val 2806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t_A_L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13</a:t>
            </a:r>
          </a:p>
          <a:p>
            <a:pPr algn="ctr"/>
            <a:r>
              <a:rPr kumimoji="1" lang="ja-JP" altLang="en-US" sz="1050" dirty="0"/>
              <a:t>ステアリング標準位置</a:t>
            </a:r>
            <a:r>
              <a:rPr kumimoji="1" lang="en-US" altLang="ja-JP" sz="1050" dirty="0"/>
              <a:t>-1</a:t>
            </a:r>
          </a:p>
          <a:p>
            <a:pPr algn="ctr"/>
            <a:r>
              <a:rPr lang="en-US" altLang="ja-JP" sz="1050" dirty="0"/>
              <a:t>str0-1</a:t>
            </a:r>
            <a:endParaRPr kumimoji="1" lang="ja-JP" altLang="en-US" sz="1050" dirty="0"/>
          </a:p>
        </p:txBody>
      </p:sp>
      <p:sp>
        <p:nvSpPr>
          <p:cNvPr id="28" name="吹き出し: 四角形 27">
            <a:extLst>
              <a:ext uri="{FF2B5EF4-FFF2-40B4-BE49-F238E27FC236}">
                <a16:creationId xmlns:a16="http://schemas.microsoft.com/office/drawing/2014/main" id="{4BDB3C28-F55C-A783-D8A6-C71A1A77745A}"/>
              </a:ext>
            </a:extLst>
          </p:cNvPr>
          <p:cNvSpPr/>
          <p:nvPr/>
        </p:nvSpPr>
        <p:spPr>
          <a:xfrm>
            <a:off x="7751497" y="2011549"/>
            <a:ext cx="995341" cy="900545"/>
          </a:xfrm>
          <a:prstGeom prst="wedgeRectCallout">
            <a:avLst>
              <a:gd name="adj1" fmla="val -90838"/>
              <a:gd name="adj2" fmla="val 331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t_A_R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14</a:t>
            </a:r>
          </a:p>
          <a:p>
            <a:pPr algn="ctr"/>
            <a:r>
              <a:rPr kumimoji="1" lang="ja-JP" altLang="en-US" sz="1050" dirty="0"/>
              <a:t>ステアリング標準位置</a:t>
            </a:r>
            <a:r>
              <a:rPr lang="en-US" altLang="ja-JP" sz="1050" dirty="0"/>
              <a:t>+</a:t>
            </a:r>
            <a:r>
              <a:rPr kumimoji="1" lang="en-US" altLang="ja-JP" sz="1050" dirty="0"/>
              <a:t>1</a:t>
            </a:r>
          </a:p>
          <a:p>
            <a:pPr algn="ctr"/>
            <a:r>
              <a:rPr lang="en-US" altLang="ja-JP" sz="1050" dirty="0"/>
              <a:t>str0+1</a:t>
            </a:r>
            <a:endParaRPr kumimoji="1" lang="ja-JP" altLang="en-US" sz="1050" dirty="0"/>
          </a:p>
        </p:txBody>
      </p:sp>
      <p:sp>
        <p:nvSpPr>
          <p:cNvPr id="30" name="吹き出し: 四角形 29">
            <a:extLst>
              <a:ext uri="{FF2B5EF4-FFF2-40B4-BE49-F238E27FC236}">
                <a16:creationId xmlns:a16="http://schemas.microsoft.com/office/drawing/2014/main" id="{362EB79A-4C2B-3588-C9AD-5A0F15997EFA}"/>
              </a:ext>
            </a:extLst>
          </p:cNvPr>
          <p:cNvSpPr/>
          <p:nvPr/>
        </p:nvSpPr>
        <p:spPr>
          <a:xfrm>
            <a:off x="4457528" y="2974500"/>
            <a:ext cx="1431481" cy="900545"/>
          </a:xfrm>
          <a:prstGeom prst="wedgeRectCallout">
            <a:avLst>
              <a:gd name="adj1" fmla="val 66949"/>
              <a:gd name="adj2" fmla="val 1062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t_str_turnUp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25</a:t>
            </a:r>
          </a:p>
          <a:p>
            <a:pPr algn="ctr"/>
            <a:r>
              <a:rPr kumimoji="1" lang="ja-JP" altLang="en-US" sz="1050" dirty="0"/>
              <a:t>ステアリング最大角</a:t>
            </a:r>
            <a:r>
              <a:rPr kumimoji="1" lang="en-US" altLang="ja-JP" sz="1050" dirty="0"/>
              <a:t>-1</a:t>
            </a:r>
          </a:p>
          <a:p>
            <a:pPr algn="ctr"/>
            <a:r>
              <a:rPr lang="en-US" altLang="ja-JP" sz="1050" dirty="0" err="1"/>
              <a:t>str_turn</a:t>
            </a:r>
            <a:r>
              <a:rPr lang="en-US" altLang="ja-JP" sz="1050" dirty="0"/>
              <a:t> -1</a:t>
            </a:r>
            <a:endParaRPr kumimoji="1" lang="ja-JP" altLang="en-US" sz="1050" dirty="0"/>
          </a:p>
        </p:txBody>
      </p:sp>
      <p:sp>
        <p:nvSpPr>
          <p:cNvPr id="32" name="吹き出し: 四角形 31">
            <a:extLst>
              <a:ext uri="{FF2B5EF4-FFF2-40B4-BE49-F238E27FC236}">
                <a16:creationId xmlns:a16="http://schemas.microsoft.com/office/drawing/2014/main" id="{877FE59C-A832-4598-2081-28354645EB40}"/>
              </a:ext>
            </a:extLst>
          </p:cNvPr>
          <p:cNvSpPr/>
          <p:nvPr/>
        </p:nvSpPr>
        <p:spPr>
          <a:xfrm>
            <a:off x="7751498" y="3006436"/>
            <a:ext cx="1395381" cy="900545"/>
          </a:xfrm>
          <a:prstGeom prst="wedgeRectCallout">
            <a:avLst>
              <a:gd name="adj1" fmla="val -76494"/>
              <a:gd name="adj2" fmla="val 3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t_str_turnDown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26</a:t>
            </a:r>
          </a:p>
          <a:p>
            <a:pPr algn="ctr"/>
            <a:r>
              <a:rPr kumimoji="1" lang="ja-JP" altLang="en-US" sz="1050" dirty="0"/>
              <a:t>ステアリング</a:t>
            </a:r>
            <a:r>
              <a:rPr lang="ja-JP" altLang="en-US" sz="1050" dirty="0"/>
              <a:t>最大角</a:t>
            </a:r>
            <a:r>
              <a:rPr lang="en-US" altLang="ja-JP" sz="1050" dirty="0"/>
              <a:t>+</a:t>
            </a:r>
            <a:r>
              <a:rPr kumimoji="1" lang="en-US" altLang="ja-JP" sz="1050" dirty="0"/>
              <a:t>1</a:t>
            </a:r>
          </a:p>
          <a:p>
            <a:pPr algn="ctr"/>
            <a:r>
              <a:rPr lang="en-US" altLang="ja-JP" sz="1050" dirty="0" err="1"/>
              <a:t>str_turn</a:t>
            </a:r>
            <a:r>
              <a:rPr lang="en-US" altLang="ja-JP" sz="1050" dirty="0"/>
              <a:t> +1</a:t>
            </a:r>
            <a:endParaRPr kumimoji="1" lang="ja-JP" altLang="en-US" sz="1050" dirty="0"/>
          </a:p>
        </p:txBody>
      </p:sp>
      <p:sp>
        <p:nvSpPr>
          <p:cNvPr id="34" name="吹き出し: 四角形 33">
            <a:extLst>
              <a:ext uri="{FF2B5EF4-FFF2-40B4-BE49-F238E27FC236}">
                <a16:creationId xmlns:a16="http://schemas.microsoft.com/office/drawing/2014/main" id="{4E9EE429-D8EC-59F0-DCF2-442195185BC1}"/>
              </a:ext>
            </a:extLst>
          </p:cNvPr>
          <p:cNvSpPr/>
          <p:nvPr/>
        </p:nvSpPr>
        <p:spPr>
          <a:xfrm>
            <a:off x="4469502" y="3906981"/>
            <a:ext cx="1431481" cy="900545"/>
          </a:xfrm>
          <a:prstGeom prst="wedgeRectCallout">
            <a:avLst>
              <a:gd name="adj1" fmla="val 63078"/>
              <a:gd name="adj2" fmla="val -578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t_std_nutUp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23</a:t>
            </a:r>
          </a:p>
          <a:p>
            <a:pPr algn="ctr"/>
            <a:r>
              <a:rPr kumimoji="1" lang="ja-JP" altLang="en-US" sz="1050" dirty="0"/>
              <a:t>初期傾斜角</a:t>
            </a:r>
            <a:r>
              <a:rPr kumimoji="1" lang="en-US" altLang="ja-JP" sz="1050" dirty="0"/>
              <a:t>-1</a:t>
            </a:r>
          </a:p>
          <a:p>
            <a:pPr algn="ctr"/>
            <a:r>
              <a:rPr lang="en-US" altLang="ja-JP" sz="1050" dirty="0" err="1"/>
              <a:t>str_turn</a:t>
            </a:r>
            <a:r>
              <a:rPr lang="en-US" altLang="ja-JP" sz="1050" dirty="0"/>
              <a:t> -1</a:t>
            </a:r>
            <a:endParaRPr kumimoji="1" lang="ja-JP" altLang="en-US" sz="1050" dirty="0"/>
          </a:p>
        </p:txBody>
      </p:sp>
      <p:sp>
        <p:nvSpPr>
          <p:cNvPr id="36" name="吹き出し: 四角形 35">
            <a:extLst>
              <a:ext uri="{FF2B5EF4-FFF2-40B4-BE49-F238E27FC236}">
                <a16:creationId xmlns:a16="http://schemas.microsoft.com/office/drawing/2014/main" id="{D5B0BD4F-CAA0-2C63-4104-76D8FBAC3BB4}"/>
              </a:ext>
            </a:extLst>
          </p:cNvPr>
          <p:cNvSpPr/>
          <p:nvPr/>
        </p:nvSpPr>
        <p:spPr>
          <a:xfrm>
            <a:off x="7751497" y="3957782"/>
            <a:ext cx="1431481" cy="900545"/>
          </a:xfrm>
          <a:prstGeom prst="wedgeRectCallout">
            <a:avLst>
              <a:gd name="adj1" fmla="val -76292"/>
              <a:gd name="adj2" fmla="val -1809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t_std_nutDown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24</a:t>
            </a:r>
          </a:p>
          <a:p>
            <a:pPr algn="ctr"/>
            <a:r>
              <a:rPr lang="ja-JP" altLang="en-US" sz="1050" dirty="0"/>
              <a:t>初期傾斜</a:t>
            </a:r>
            <a:r>
              <a:rPr kumimoji="1" lang="ja-JP" altLang="en-US" sz="1050" dirty="0"/>
              <a:t>角</a:t>
            </a:r>
            <a:r>
              <a:rPr kumimoji="1" lang="en-US" altLang="ja-JP" sz="1050" dirty="0"/>
              <a:t>-1</a:t>
            </a:r>
          </a:p>
          <a:p>
            <a:pPr algn="ctr"/>
            <a:r>
              <a:rPr lang="en-US" altLang="ja-JP" sz="1050" dirty="0" err="1"/>
              <a:t>str_turn</a:t>
            </a:r>
            <a:r>
              <a:rPr lang="en-US" altLang="ja-JP" sz="1050" dirty="0"/>
              <a:t> -1</a:t>
            </a:r>
            <a:endParaRPr kumimoji="1" lang="ja-JP" altLang="en-US" sz="1050" dirty="0"/>
          </a:p>
        </p:txBody>
      </p:sp>
      <p:sp>
        <p:nvSpPr>
          <p:cNvPr id="38" name="吹き出し: 四角形 37">
            <a:extLst>
              <a:ext uri="{FF2B5EF4-FFF2-40B4-BE49-F238E27FC236}">
                <a16:creationId xmlns:a16="http://schemas.microsoft.com/office/drawing/2014/main" id="{8FABA156-881A-2799-A279-6E0BDAED65D0}"/>
              </a:ext>
            </a:extLst>
          </p:cNvPr>
          <p:cNvSpPr/>
          <p:nvPr/>
        </p:nvSpPr>
        <p:spPr>
          <a:xfrm>
            <a:off x="3959857" y="4869932"/>
            <a:ext cx="1535782" cy="1013632"/>
          </a:xfrm>
          <a:prstGeom prst="wedgeRectCallout">
            <a:avLst>
              <a:gd name="adj1" fmla="val 84976"/>
              <a:gd name="adj2" fmla="val -339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t_A_Up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11</a:t>
            </a:r>
          </a:p>
          <a:p>
            <a:pPr algn="ctr"/>
            <a:r>
              <a:rPr lang="ja-JP" altLang="en-US" sz="1050" dirty="0"/>
              <a:t>モータ速度</a:t>
            </a:r>
            <a:r>
              <a:rPr lang="en-US" altLang="ja-JP" sz="1050" dirty="0"/>
              <a:t>+1</a:t>
            </a:r>
            <a:r>
              <a:rPr lang="ja-JP" altLang="en-US" sz="1050" dirty="0"/>
              <a:t>で連続前進</a:t>
            </a:r>
            <a:endParaRPr lang="en-US" altLang="ja-JP" sz="1050" dirty="0"/>
          </a:p>
          <a:p>
            <a:pPr algn="ctr"/>
            <a:r>
              <a:rPr lang="en-US" altLang="ja-JP" sz="1050" dirty="0"/>
              <a:t>(</a:t>
            </a:r>
            <a:r>
              <a:rPr lang="ja-JP" altLang="en-US" sz="1050" dirty="0"/>
              <a:t>ステアリング角維持</a:t>
            </a:r>
            <a:r>
              <a:rPr lang="en-US" altLang="ja-JP" sz="1050" dirty="0"/>
              <a:t>)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mot_std+1</a:t>
            </a:r>
            <a:endParaRPr kumimoji="1" lang="ja-JP" altLang="en-US" sz="1050" dirty="0"/>
          </a:p>
        </p:txBody>
      </p:sp>
      <p:sp>
        <p:nvSpPr>
          <p:cNvPr id="40" name="吹き出し: 四角形 39">
            <a:extLst>
              <a:ext uri="{FF2B5EF4-FFF2-40B4-BE49-F238E27FC236}">
                <a16:creationId xmlns:a16="http://schemas.microsoft.com/office/drawing/2014/main" id="{34BA190C-A97B-AE86-834E-B47853CA47DF}"/>
              </a:ext>
            </a:extLst>
          </p:cNvPr>
          <p:cNvSpPr/>
          <p:nvPr/>
        </p:nvSpPr>
        <p:spPr>
          <a:xfrm>
            <a:off x="5569917" y="5376748"/>
            <a:ext cx="1535782" cy="1013632"/>
          </a:xfrm>
          <a:prstGeom prst="wedgeRectCallout">
            <a:avLst>
              <a:gd name="adj1" fmla="val 29646"/>
              <a:gd name="adj2" fmla="val -8037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t_A_</a:t>
            </a:r>
            <a:r>
              <a:rPr lang="en-US" altLang="ja-JP" sz="1050" dirty="0" err="1"/>
              <a:t>Down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12</a:t>
            </a:r>
          </a:p>
          <a:p>
            <a:pPr algn="ctr"/>
            <a:r>
              <a:rPr lang="ja-JP" altLang="en-US" sz="1050" dirty="0"/>
              <a:t>モータ速度</a:t>
            </a:r>
            <a:r>
              <a:rPr lang="en-US" altLang="ja-JP" sz="1050" dirty="0"/>
              <a:t>-1</a:t>
            </a:r>
            <a:r>
              <a:rPr lang="ja-JP" altLang="en-US" sz="1050" dirty="0"/>
              <a:t>で連続前進</a:t>
            </a:r>
            <a:endParaRPr lang="en-US" altLang="ja-JP" sz="1050" dirty="0"/>
          </a:p>
          <a:p>
            <a:pPr algn="ctr"/>
            <a:r>
              <a:rPr lang="en-US" altLang="ja-JP" sz="1050" dirty="0"/>
              <a:t>(</a:t>
            </a:r>
            <a:r>
              <a:rPr lang="ja-JP" altLang="en-US" sz="1050" dirty="0"/>
              <a:t>ステアリング角維持</a:t>
            </a:r>
            <a:r>
              <a:rPr lang="en-US" altLang="ja-JP" sz="1050" dirty="0"/>
              <a:t>)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mot_std-1</a:t>
            </a:r>
            <a:endParaRPr kumimoji="1" lang="ja-JP" altLang="en-US" sz="1050" dirty="0"/>
          </a:p>
        </p:txBody>
      </p:sp>
      <p:sp>
        <p:nvSpPr>
          <p:cNvPr id="42" name="吹き出し: 四角形 41">
            <a:extLst>
              <a:ext uri="{FF2B5EF4-FFF2-40B4-BE49-F238E27FC236}">
                <a16:creationId xmlns:a16="http://schemas.microsoft.com/office/drawing/2014/main" id="{F96801F4-8A23-65DD-0354-5702FDF1DCD4}"/>
              </a:ext>
            </a:extLst>
          </p:cNvPr>
          <p:cNvSpPr/>
          <p:nvPr/>
        </p:nvSpPr>
        <p:spPr>
          <a:xfrm>
            <a:off x="7581573" y="5270916"/>
            <a:ext cx="1765630" cy="612648"/>
          </a:xfrm>
          <a:prstGeom prst="wedgeRectCallout">
            <a:avLst>
              <a:gd name="adj1" fmla="val -70218"/>
              <a:gd name="adj2" fmla="val -8826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t_D_St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19</a:t>
            </a:r>
          </a:p>
          <a:p>
            <a:pPr algn="ctr"/>
            <a:r>
              <a:rPr lang="ja-JP" altLang="en-US" sz="1050" dirty="0"/>
              <a:t>停止</a:t>
            </a:r>
            <a:r>
              <a:rPr lang="en-US" altLang="ja-JP" sz="1050" dirty="0"/>
              <a:t>(</a:t>
            </a:r>
            <a:r>
              <a:rPr lang="en-US" altLang="ja-JP" sz="1050" dirty="0" err="1"/>
              <a:t>mod_std</a:t>
            </a:r>
            <a:r>
              <a:rPr lang="ja-JP" altLang="en-US" sz="1050" dirty="0"/>
              <a:t>維持</a:t>
            </a:r>
            <a:r>
              <a:rPr lang="en-US" altLang="ja-JP" sz="1050" dirty="0"/>
              <a:t>)</a:t>
            </a:r>
            <a:endParaRPr kumimoji="1" lang="ja-JP" altLang="en-US" sz="1050" dirty="0"/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A09444A4-1ACE-6BA0-DFBB-129C6CDF9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734" y="581892"/>
            <a:ext cx="2751602" cy="6049818"/>
          </a:xfrm>
          <a:prstGeom prst="rect">
            <a:avLst/>
          </a:prstGeom>
        </p:spPr>
      </p:pic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DE0D45A0-5253-979D-5BD7-93562536D733}"/>
              </a:ext>
            </a:extLst>
          </p:cNvPr>
          <p:cNvSpPr/>
          <p:nvPr/>
        </p:nvSpPr>
        <p:spPr>
          <a:xfrm>
            <a:off x="9725894" y="1200727"/>
            <a:ext cx="1773381" cy="923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EB585AFD-DDC9-402C-7200-197C12DBFA10}"/>
              </a:ext>
            </a:extLst>
          </p:cNvPr>
          <p:cNvSpPr/>
          <p:nvPr/>
        </p:nvSpPr>
        <p:spPr>
          <a:xfrm>
            <a:off x="9725893" y="1009072"/>
            <a:ext cx="1283855" cy="923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245FF6F-43D6-5174-8C06-0BDCADB698A2}"/>
              </a:ext>
            </a:extLst>
          </p:cNvPr>
          <p:cNvSpPr txBox="1"/>
          <p:nvPr/>
        </p:nvSpPr>
        <p:spPr>
          <a:xfrm>
            <a:off x="10351555" y="241484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setup2</a:t>
            </a:r>
            <a:r>
              <a:rPr kumimoji="1" lang="en-US" altLang="ja-JP" dirty="0"/>
              <a:t>.html</a:t>
            </a:r>
            <a:endParaRPr kumimoji="1" lang="ja-JP" altLang="en-US" dirty="0"/>
          </a:p>
        </p:txBody>
      </p:sp>
      <p:sp>
        <p:nvSpPr>
          <p:cNvPr id="51" name="吹き出し: 四角形 50">
            <a:extLst>
              <a:ext uri="{FF2B5EF4-FFF2-40B4-BE49-F238E27FC236}">
                <a16:creationId xmlns:a16="http://schemas.microsoft.com/office/drawing/2014/main" id="{7D1F7729-C8C5-AE1D-DB4B-C30F3FEBB751}"/>
              </a:ext>
            </a:extLst>
          </p:cNvPr>
          <p:cNvSpPr/>
          <p:nvPr/>
        </p:nvSpPr>
        <p:spPr>
          <a:xfrm>
            <a:off x="9058362" y="1078343"/>
            <a:ext cx="1099532" cy="900545"/>
          </a:xfrm>
          <a:prstGeom prst="wedgeRectCallout">
            <a:avLst>
              <a:gd name="adj1" fmla="val 83306"/>
              <a:gd name="adj2" fmla="val 8036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</a:t>
            </a:r>
            <a:r>
              <a:rPr lang="en-US" altLang="ja-JP" sz="1050" dirty="0" err="1"/>
              <a:t>S_Up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15</a:t>
            </a:r>
          </a:p>
          <a:p>
            <a:pPr algn="ctr"/>
            <a:r>
              <a:rPr lang="ja-JP" altLang="en-US" sz="1050" dirty="0"/>
              <a:t>ステアリング感度</a:t>
            </a:r>
            <a:r>
              <a:rPr lang="en-US" altLang="ja-JP" sz="1050" dirty="0"/>
              <a:t>+0.01</a:t>
            </a:r>
          </a:p>
          <a:p>
            <a:pPr algn="ctr"/>
            <a:r>
              <a:rPr lang="en-US" altLang="ja-JP" sz="1050" dirty="0" err="1"/>
              <a:t>gain_str</a:t>
            </a:r>
            <a:r>
              <a:rPr lang="en-US" altLang="ja-JP" sz="1050" dirty="0"/>
              <a:t> +0.01</a:t>
            </a:r>
            <a:endParaRPr kumimoji="1" lang="ja-JP" altLang="en-US" sz="1050" dirty="0"/>
          </a:p>
        </p:txBody>
      </p:sp>
      <p:sp>
        <p:nvSpPr>
          <p:cNvPr id="53" name="吹き出し: 四角形 52">
            <a:extLst>
              <a:ext uri="{FF2B5EF4-FFF2-40B4-BE49-F238E27FC236}">
                <a16:creationId xmlns:a16="http://schemas.microsoft.com/office/drawing/2014/main" id="{A9CF5042-1BC2-FE10-DF29-3C200065F29E}"/>
              </a:ext>
            </a:extLst>
          </p:cNvPr>
          <p:cNvSpPr/>
          <p:nvPr/>
        </p:nvSpPr>
        <p:spPr>
          <a:xfrm>
            <a:off x="11377963" y="1055254"/>
            <a:ext cx="1099532" cy="900545"/>
          </a:xfrm>
          <a:prstGeom prst="wedgeRectCallout">
            <a:avLst>
              <a:gd name="adj1" fmla="val -50258"/>
              <a:gd name="adj2" fmla="val 7523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</a:t>
            </a:r>
            <a:r>
              <a:rPr lang="en-US" altLang="ja-JP" sz="1050" dirty="0" err="1"/>
              <a:t>S_Down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16</a:t>
            </a:r>
          </a:p>
          <a:p>
            <a:pPr algn="ctr"/>
            <a:r>
              <a:rPr lang="ja-JP" altLang="en-US" sz="1050" dirty="0"/>
              <a:t>ステアリング感度</a:t>
            </a:r>
            <a:r>
              <a:rPr lang="en-US" altLang="ja-JP" sz="1050" dirty="0"/>
              <a:t>-0.01</a:t>
            </a:r>
          </a:p>
          <a:p>
            <a:pPr algn="ctr"/>
            <a:r>
              <a:rPr lang="en-US" altLang="ja-JP" sz="1050" dirty="0" err="1"/>
              <a:t>gain_str</a:t>
            </a:r>
            <a:r>
              <a:rPr lang="en-US" altLang="ja-JP" sz="1050" dirty="0"/>
              <a:t> -0.01</a:t>
            </a:r>
            <a:endParaRPr kumimoji="1" lang="ja-JP" altLang="en-US" sz="1050" dirty="0"/>
          </a:p>
        </p:txBody>
      </p:sp>
      <p:sp>
        <p:nvSpPr>
          <p:cNvPr id="55" name="吹き出し: 四角形 54">
            <a:extLst>
              <a:ext uri="{FF2B5EF4-FFF2-40B4-BE49-F238E27FC236}">
                <a16:creationId xmlns:a16="http://schemas.microsoft.com/office/drawing/2014/main" id="{7DA650B7-2323-F2B5-240C-491D4706BC3C}"/>
              </a:ext>
            </a:extLst>
          </p:cNvPr>
          <p:cNvSpPr/>
          <p:nvPr/>
        </p:nvSpPr>
        <p:spPr>
          <a:xfrm>
            <a:off x="8967911" y="2067789"/>
            <a:ext cx="1308397" cy="900545"/>
          </a:xfrm>
          <a:prstGeom prst="wedgeRectCallout">
            <a:avLst>
              <a:gd name="adj1" fmla="val 63710"/>
              <a:gd name="adj2" fmla="val 4857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t_R</a:t>
            </a:r>
            <a:r>
              <a:rPr lang="en-US" altLang="ja-JP" sz="1050" dirty="0" err="1"/>
              <a:t>_Up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17</a:t>
            </a:r>
          </a:p>
          <a:p>
            <a:pPr algn="ctr"/>
            <a:r>
              <a:rPr lang="ja-JP" altLang="en-US" sz="1050" dirty="0"/>
              <a:t>ロール方向のゲイン</a:t>
            </a:r>
            <a:r>
              <a:rPr lang="en-US" altLang="ja-JP" sz="1050" dirty="0"/>
              <a:t>+1.00</a:t>
            </a:r>
          </a:p>
          <a:p>
            <a:pPr algn="ctr"/>
            <a:r>
              <a:rPr lang="en-US" altLang="ja-JP" sz="1050" dirty="0"/>
              <a:t>gain_w_roll+1.00</a:t>
            </a:r>
            <a:endParaRPr kumimoji="1" lang="ja-JP" altLang="en-US" sz="1050" dirty="0"/>
          </a:p>
        </p:txBody>
      </p:sp>
      <p:sp>
        <p:nvSpPr>
          <p:cNvPr id="57" name="吹き出し: 四角形 56">
            <a:extLst>
              <a:ext uri="{FF2B5EF4-FFF2-40B4-BE49-F238E27FC236}">
                <a16:creationId xmlns:a16="http://schemas.microsoft.com/office/drawing/2014/main" id="{48CFE310-6DF4-0EDB-C41C-C0F96D1779C8}"/>
              </a:ext>
            </a:extLst>
          </p:cNvPr>
          <p:cNvSpPr/>
          <p:nvPr/>
        </p:nvSpPr>
        <p:spPr>
          <a:xfrm>
            <a:off x="11694072" y="2105891"/>
            <a:ext cx="1308397" cy="900545"/>
          </a:xfrm>
          <a:prstGeom prst="wedgeRectCallout">
            <a:avLst>
              <a:gd name="adj1" fmla="val -66181"/>
              <a:gd name="adj2" fmla="val 4447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t_R</a:t>
            </a:r>
            <a:r>
              <a:rPr lang="en-US" altLang="ja-JP" sz="1050" dirty="0" err="1"/>
              <a:t>_Down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18</a:t>
            </a:r>
          </a:p>
          <a:p>
            <a:pPr algn="ctr"/>
            <a:r>
              <a:rPr lang="ja-JP" altLang="en-US" sz="1050" dirty="0"/>
              <a:t>ロール方向のゲイン</a:t>
            </a:r>
            <a:r>
              <a:rPr lang="en-US" altLang="ja-JP" sz="1050" dirty="0"/>
              <a:t>-1.00</a:t>
            </a:r>
          </a:p>
          <a:p>
            <a:pPr algn="ctr"/>
            <a:r>
              <a:rPr lang="en-US" altLang="ja-JP" sz="1050" dirty="0"/>
              <a:t>gain_w_roll-1.00</a:t>
            </a:r>
            <a:endParaRPr kumimoji="1" lang="ja-JP" altLang="en-US" sz="1050" dirty="0"/>
          </a:p>
        </p:txBody>
      </p:sp>
      <p:sp>
        <p:nvSpPr>
          <p:cNvPr id="59" name="吹き出し: 四角形 58">
            <a:extLst>
              <a:ext uri="{FF2B5EF4-FFF2-40B4-BE49-F238E27FC236}">
                <a16:creationId xmlns:a16="http://schemas.microsoft.com/office/drawing/2014/main" id="{714AFE01-67A4-5022-7755-3B62FD80C99F}"/>
              </a:ext>
            </a:extLst>
          </p:cNvPr>
          <p:cNvSpPr/>
          <p:nvPr/>
        </p:nvSpPr>
        <p:spPr>
          <a:xfrm>
            <a:off x="9273312" y="3482109"/>
            <a:ext cx="1142588" cy="1082917"/>
          </a:xfrm>
          <a:prstGeom prst="wedgeRectCallout">
            <a:avLst>
              <a:gd name="adj1" fmla="val 60180"/>
              <a:gd name="adj2" fmla="val -3553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t_D</a:t>
            </a:r>
            <a:r>
              <a:rPr lang="en-US" altLang="ja-JP" sz="1050" dirty="0" err="1"/>
              <a:t>_Up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20</a:t>
            </a:r>
          </a:p>
          <a:p>
            <a:pPr algn="ctr"/>
            <a:r>
              <a:rPr lang="ja-JP" altLang="en-US" sz="1050" dirty="0"/>
              <a:t>ステアリング差分感度</a:t>
            </a:r>
            <a:r>
              <a:rPr lang="en-US" altLang="ja-JP" sz="1050" dirty="0"/>
              <a:t>+0.01</a:t>
            </a:r>
          </a:p>
          <a:p>
            <a:pPr algn="ctr"/>
            <a:r>
              <a:rPr lang="de-DE" altLang="ja-JP" sz="1050" dirty="0"/>
              <a:t>gain_str_diff+0.01</a:t>
            </a:r>
            <a:endParaRPr kumimoji="1" lang="ja-JP" altLang="en-US" sz="1050" dirty="0"/>
          </a:p>
        </p:txBody>
      </p:sp>
      <p:sp>
        <p:nvSpPr>
          <p:cNvPr id="61" name="吹き出し: 四角形 60">
            <a:extLst>
              <a:ext uri="{FF2B5EF4-FFF2-40B4-BE49-F238E27FC236}">
                <a16:creationId xmlns:a16="http://schemas.microsoft.com/office/drawing/2014/main" id="{A40154B9-9637-B466-5DE4-222A64F7B80B}"/>
              </a:ext>
            </a:extLst>
          </p:cNvPr>
          <p:cNvSpPr/>
          <p:nvPr/>
        </p:nvSpPr>
        <p:spPr>
          <a:xfrm>
            <a:off x="11627603" y="3482109"/>
            <a:ext cx="1142588" cy="1082917"/>
          </a:xfrm>
          <a:prstGeom prst="wedgeRectCallout">
            <a:avLst>
              <a:gd name="adj1" fmla="val -73201"/>
              <a:gd name="adj2" fmla="val -2956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t_D</a:t>
            </a:r>
            <a:r>
              <a:rPr lang="en-US" altLang="ja-JP" sz="1050" dirty="0" err="1"/>
              <a:t>_Down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21</a:t>
            </a:r>
          </a:p>
          <a:p>
            <a:pPr algn="ctr"/>
            <a:r>
              <a:rPr lang="ja-JP" altLang="en-US" sz="1050" dirty="0"/>
              <a:t>ステアリング差分感度</a:t>
            </a:r>
            <a:r>
              <a:rPr lang="en-US" altLang="ja-JP" sz="1050" dirty="0"/>
              <a:t>-0.01</a:t>
            </a:r>
          </a:p>
          <a:p>
            <a:pPr algn="ctr"/>
            <a:r>
              <a:rPr lang="de-DE" altLang="ja-JP" sz="1050" dirty="0"/>
              <a:t>gain_str_diff-0.01</a:t>
            </a:r>
            <a:endParaRPr kumimoji="1" lang="ja-JP" altLang="en-US" sz="1050" dirty="0"/>
          </a:p>
        </p:txBody>
      </p:sp>
      <p:sp>
        <p:nvSpPr>
          <p:cNvPr id="63" name="吹き出し: 四角形 62">
            <a:extLst>
              <a:ext uri="{FF2B5EF4-FFF2-40B4-BE49-F238E27FC236}">
                <a16:creationId xmlns:a16="http://schemas.microsoft.com/office/drawing/2014/main" id="{335740E9-9D87-BC07-53AA-F12B4A1EF466}"/>
              </a:ext>
            </a:extLst>
          </p:cNvPr>
          <p:cNvSpPr/>
          <p:nvPr/>
        </p:nvSpPr>
        <p:spPr>
          <a:xfrm>
            <a:off x="9390732" y="4660971"/>
            <a:ext cx="1261212" cy="785574"/>
          </a:xfrm>
          <a:prstGeom prst="wedgeRectCallout">
            <a:avLst>
              <a:gd name="adj1" fmla="val 57251"/>
              <a:gd name="adj2" fmla="val -6609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</a:t>
            </a:r>
            <a:r>
              <a:rPr lang="en-US" altLang="ja-JP" sz="1050" dirty="0" err="1"/>
              <a:t>yaw_coeffUp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31</a:t>
            </a:r>
          </a:p>
          <a:p>
            <a:pPr algn="ctr"/>
            <a:r>
              <a:rPr lang="ja-JP" altLang="en-US" sz="1050" dirty="0"/>
              <a:t>ヨー係数</a:t>
            </a:r>
            <a:r>
              <a:rPr lang="en-US" altLang="ja-JP" sz="1050" dirty="0"/>
              <a:t>+0.01</a:t>
            </a:r>
          </a:p>
          <a:p>
            <a:pPr algn="ctr"/>
            <a:r>
              <a:rPr lang="de-DE" altLang="ja-JP" sz="1050" dirty="0"/>
              <a:t>yaw_coeff+0.01</a:t>
            </a:r>
            <a:endParaRPr kumimoji="1" lang="ja-JP" altLang="en-US" sz="1050" dirty="0"/>
          </a:p>
        </p:txBody>
      </p:sp>
      <p:sp>
        <p:nvSpPr>
          <p:cNvPr id="65" name="吹き出し: 四角形 64">
            <a:extLst>
              <a:ext uri="{FF2B5EF4-FFF2-40B4-BE49-F238E27FC236}">
                <a16:creationId xmlns:a16="http://schemas.microsoft.com/office/drawing/2014/main" id="{977A3690-FB5A-3070-FB34-E153E1FD202E}"/>
              </a:ext>
            </a:extLst>
          </p:cNvPr>
          <p:cNvSpPr/>
          <p:nvPr/>
        </p:nvSpPr>
        <p:spPr>
          <a:xfrm>
            <a:off x="10937685" y="4660970"/>
            <a:ext cx="1466754" cy="785574"/>
          </a:xfrm>
          <a:prstGeom prst="wedgeRectCallout">
            <a:avLst>
              <a:gd name="adj1" fmla="val -12321"/>
              <a:gd name="adj2" fmla="val -6374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 err="1"/>
              <a:t>b</a:t>
            </a:r>
            <a:r>
              <a:rPr kumimoji="1" lang="en-US" altLang="ja-JP" sz="1050" dirty="0" err="1"/>
              <a:t>t_</a:t>
            </a:r>
            <a:r>
              <a:rPr lang="en-US" altLang="ja-JP" sz="1050" dirty="0" err="1"/>
              <a:t>yaw_coeffDown</a:t>
            </a:r>
            <a:endParaRPr kumimoji="1" lang="en-US" altLang="ja-JP" sz="1050" dirty="0"/>
          </a:p>
          <a:p>
            <a:pPr algn="ctr"/>
            <a:r>
              <a:rPr lang="en-US" altLang="ja-JP" sz="1050" dirty="0"/>
              <a:t>32</a:t>
            </a:r>
          </a:p>
          <a:p>
            <a:pPr algn="ctr"/>
            <a:r>
              <a:rPr lang="ja-JP" altLang="en-US" sz="1050" dirty="0"/>
              <a:t>ヨー係数</a:t>
            </a:r>
            <a:r>
              <a:rPr lang="en-US" altLang="ja-JP" sz="1050" dirty="0"/>
              <a:t>-0.01</a:t>
            </a:r>
          </a:p>
          <a:p>
            <a:pPr algn="ctr"/>
            <a:r>
              <a:rPr lang="de-DE" altLang="ja-JP" sz="1050" dirty="0"/>
              <a:t>yaw_coeff-0.01</a:t>
            </a:r>
            <a:endParaRPr kumimoji="1" lang="ja-JP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454200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822CD29-48BE-3486-A7AA-6D2D6F1F0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8" y="574998"/>
            <a:ext cx="5872390" cy="4005809"/>
          </a:xfrm>
          <a:prstGeom prst="rect">
            <a:avLst/>
          </a:prstGeom>
        </p:spPr>
      </p:pic>
      <p:sp>
        <p:nvSpPr>
          <p:cNvPr id="4" name="矢印: 左右 3">
            <a:extLst>
              <a:ext uri="{FF2B5EF4-FFF2-40B4-BE49-F238E27FC236}">
                <a16:creationId xmlns:a16="http://schemas.microsoft.com/office/drawing/2014/main" id="{0C39A422-7EA0-8162-C9F0-63BEC7C081D2}"/>
              </a:ext>
            </a:extLst>
          </p:cNvPr>
          <p:cNvSpPr/>
          <p:nvPr/>
        </p:nvSpPr>
        <p:spPr>
          <a:xfrm>
            <a:off x="1560945" y="2863274"/>
            <a:ext cx="1216152" cy="484632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-1      [0]     +1</a:t>
            </a:r>
            <a:endParaRPr kumimoji="1" lang="ja-JP" altLang="en-US" sz="900" dirty="0"/>
          </a:p>
        </p:txBody>
      </p:sp>
      <p:sp>
        <p:nvSpPr>
          <p:cNvPr id="5" name="矢印: 上下 4">
            <a:extLst>
              <a:ext uri="{FF2B5EF4-FFF2-40B4-BE49-F238E27FC236}">
                <a16:creationId xmlns:a16="http://schemas.microsoft.com/office/drawing/2014/main" id="{178AA497-2724-47FE-9A33-C6C3B1F46248}"/>
              </a:ext>
            </a:extLst>
          </p:cNvPr>
          <p:cNvSpPr/>
          <p:nvPr/>
        </p:nvSpPr>
        <p:spPr>
          <a:xfrm>
            <a:off x="1816191" y="3274016"/>
            <a:ext cx="705660" cy="1216152"/>
          </a:xfrm>
          <a:prstGeom prst="up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-1</a:t>
            </a:r>
          </a:p>
          <a:p>
            <a:pPr algn="ctr"/>
            <a:endParaRPr lang="en-US" altLang="ja-JP" sz="900" dirty="0"/>
          </a:p>
          <a:p>
            <a:pPr algn="ctr"/>
            <a:endParaRPr lang="en-US" altLang="ja-JP" sz="900" dirty="0"/>
          </a:p>
          <a:p>
            <a:pPr algn="ctr"/>
            <a:r>
              <a:rPr kumimoji="1" lang="en-US" altLang="ja-JP" sz="900" dirty="0"/>
              <a:t>[1]</a:t>
            </a:r>
          </a:p>
          <a:p>
            <a:pPr algn="ctr"/>
            <a:endParaRPr lang="en-US" altLang="ja-JP" sz="900" dirty="0"/>
          </a:p>
          <a:p>
            <a:pPr algn="ctr"/>
            <a:endParaRPr lang="en-US" altLang="ja-JP" sz="900" dirty="0"/>
          </a:p>
          <a:p>
            <a:pPr algn="ctr"/>
            <a:r>
              <a:rPr kumimoji="1" lang="en-US" altLang="ja-JP" sz="900" dirty="0"/>
              <a:t>+1</a:t>
            </a:r>
            <a:endParaRPr kumimoji="1" lang="ja-JP" altLang="en-US" sz="900" dirty="0"/>
          </a:p>
        </p:txBody>
      </p:sp>
      <p:sp>
        <p:nvSpPr>
          <p:cNvPr id="7" name="矢印: 左右 6">
            <a:extLst>
              <a:ext uri="{FF2B5EF4-FFF2-40B4-BE49-F238E27FC236}">
                <a16:creationId xmlns:a16="http://schemas.microsoft.com/office/drawing/2014/main" id="{54DCDDAD-5EDC-F06E-5E55-A2D7D3EB8B9C}"/>
              </a:ext>
            </a:extLst>
          </p:cNvPr>
          <p:cNvSpPr/>
          <p:nvPr/>
        </p:nvSpPr>
        <p:spPr>
          <a:xfrm>
            <a:off x="3505200" y="2895325"/>
            <a:ext cx="1216152" cy="484632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-1      [3]     +1</a:t>
            </a:r>
            <a:endParaRPr kumimoji="1" lang="ja-JP" altLang="en-US" sz="900" dirty="0"/>
          </a:p>
        </p:txBody>
      </p:sp>
      <p:sp>
        <p:nvSpPr>
          <p:cNvPr id="9" name="矢印: 上下 8">
            <a:extLst>
              <a:ext uri="{FF2B5EF4-FFF2-40B4-BE49-F238E27FC236}">
                <a16:creationId xmlns:a16="http://schemas.microsoft.com/office/drawing/2014/main" id="{EC8FC360-B2F5-3A2A-53D8-B2EE0F8136C2}"/>
              </a:ext>
            </a:extLst>
          </p:cNvPr>
          <p:cNvSpPr/>
          <p:nvPr/>
        </p:nvSpPr>
        <p:spPr>
          <a:xfrm>
            <a:off x="3760446" y="3274016"/>
            <a:ext cx="705660" cy="1216152"/>
          </a:xfrm>
          <a:prstGeom prst="up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-1</a:t>
            </a:r>
          </a:p>
          <a:p>
            <a:pPr algn="ctr"/>
            <a:endParaRPr lang="en-US" altLang="ja-JP" sz="900" dirty="0"/>
          </a:p>
          <a:p>
            <a:pPr algn="ctr"/>
            <a:endParaRPr lang="en-US" altLang="ja-JP" sz="900" dirty="0"/>
          </a:p>
          <a:p>
            <a:pPr algn="ctr"/>
            <a:r>
              <a:rPr kumimoji="1" lang="en-US" altLang="ja-JP" sz="900" dirty="0"/>
              <a:t>[4]</a:t>
            </a:r>
          </a:p>
          <a:p>
            <a:pPr algn="ctr"/>
            <a:endParaRPr lang="en-US" altLang="ja-JP" sz="900" dirty="0"/>
          </a:p>
          <a:p>
            <a:pPr algn="ctr"/>
            <a:endParaRPr lang="en-US" altLang="ja-JP" sz="900" dirty="0"/>
          </a:p>
          <a:p>
            <a:pPr algn="ctr"/>
            <a:r>
              <a:rPr kumimoji="1" lang="en-US" altLang="ja-JP" sz="900" dirty="0"/>
              <a:t>+1</a:t>
            </a:r>
            <a:endParaRPr kumimoji="1" lang="ja-JP" altLang="en-US" sz="900" dirty="0"/>
          </a:p>
        </p:txBody>
      </p:sp>
      <p:sp>
        <p:nvSpPr>
          <p:cNvPr id="10" name="フローチャート: 結合子 9">
            <a:extLst>
              <a:ext uri="{FF2B5EF4-FFF2-40B4-BE49-F238E27FC236}">
                <a16:creationId xmlns:a16="http://schemas.microsoft.com/office/drawing/2014/main" id="{7527F251-4BF0-E438-A278-98D2E2C87BC7}"/>
              </a:ext>
            </a:extLst>
          </p:cNvPr>
          <p:cNvSpPr/>
          <p:nvPr/>
        </p:nvSpPr>
        <p:spPr>
          <a:xfrm>
            <a:off x="1940421" y="2195946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9</a:t>
            </a:r>
            <a:endParaRPr kumimoji="1" lang="ja-JP" altLang="en-US" sz="1200" dirty="0"/>
          </a:p>
        </p:txBody>
      </p:sp>
      <p:sp>
        <p:nvSpPr>
          <p:cNvPr id="13" name="フローチャート: 結合子 12">
            <a:extLst>
              <a:ext uri="{FF2B5EF4-FFF2-40B4-BE49-F238E27FC236}">
                <a16:creationId xmlns:a16="http://schemas.microsoft.com/office/drawing/2014/main" id="{ABE69A7A-C89B-2DAB-12C4-46366CCCB1E9}"/>
              </a:ext>
            </a:extLst>
          </p:cNvPr>
          <p:cNvSpPr/>
          <p:nvPr/>
        </p:nvSpPr>
        <p:spPr>
          <a:xfrm>
            <a:off x="3884676" y="2195946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10</a:t>
            </a:r>
            <a:endParaRPr kumimoji="1" lang="ja-JP" altLang="en-US" sz="1000" dirty="0"/>
          </a:p>
        </p:txBody>
      </p:sp>
      <p:sp>
        <p:nvSpPr>
          <p:cNvPr id="17" name="フローチャート: 結合子 16">
            <a:extLst>
              <a:ext uri="{FF2B5EF4-FFF2-40B4-BE49-F238E27FC236}">
                <a16:creationId xmlns:a16="http://schemas.microsoft.com/office/drawing/2014/main" id="{00D885EF-5754-1E34-5D74-598373A468DA}"/>
              </a:ext>
            </a:extLst>
          </p:cNvPr>
          <p:cNvSpPr/>
          <p:nvPr/>
        </p:nvSpPr>
        <p:spPr>
          <a:xfrm>
            <a:off x="2897124" y="2534029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8</a:t>
            </a:r>
            <a:endParaRPr kumimoji="1" lang="ja-JP" altLang="en-US" sz="1200" dirty="0"/>
          </a:p>
        </p:txBody>
      </p:sp>
      <p:sp>
        <p:nvSpPr>
          <p:cNvPr id="19" name="フローチャート: 結合子 18">
            <a:extLst>
              <a:ext uri="{FF2B5EF4-FFF2-40B4-BE49-F238E27FC236}">
                <a16:creationId xmlns:a16="http://schemas.microsoft.com/office/drawing/2014/main" id="{49CCB79B-8A9B-DAF2-A22C-261F4DAA2EFE}"/>
              </a:ext>
            </a:extLst>
          </p:cNvPr>
          <p:cNvSpPr/>
          <p:nvPr/>
        </p:nvSpPr>
        <p:spPr>
          <a:xfrm>
            <a:off x="2330657" y="999991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6</a:t>
            </a:r>
            <a:endParaRPr kumimoji="1" lang="ja-JP" altLang="en-US" sz="1200" dirty="0"/>
          </a:p>
        </p:txBody>
      </p:sp>
      <p:sp>
        <p:nvSpPr>
          <p:cNvPr id="21" name="フローチャート: 結合子 20">
            <a:extLst>
              <a:ext uri="{FF2B5EF4-FFF2-40B4-BE49-F238E27FC236}">
                <a16:creationId xmlns:a16="http://schemas.microsoft.com/office/drawing/2014/main" id="{B6D15A7A-AD97-575F-C31E-E2E8280C0836}"/>
              </a:ext>
            </a:extLst>
          </p:cNvPr>
          <p:cNvSpPr/>
          <p:nvPr/>
        </p:nvSpPr>
        <p:spPr>
          <a:xfrm>
            <a:off x="3405124" y="999991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7</a:t>
            </a:r>
            <a:endParaRPr kumimoji="1" lang="ja-JP" altLang="en-US" sz="1200" dirty="0"/>
          </a:p>
        </p:txBody>
      </p:sp>
      <p:sp>
        <p:nvSpPr>
          <p:cNvPr id="23" name="フローチャート: 結合子 22">
            <a:extLst>
              <a:ext uri="{FF2B5EF4-FFF2-40B4-BE49-F238E27FC236}">
                <a16:creationId xmlns:a16="http://schemas.microsoft.com/office/drawing/2014/main" id="{45C7DE08-0028-532A-F6A1-8DEF20287290}"/>
              </a:ext>
            </a:extLst>
          </p:cNvPr>
          <p:cNvSpPr/>
          <p:nvPr/>
        </p:nvSpPr>
        <p:spPr>
          <a:xfrm>
            <a:off x="4039988" y="1389057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2</a:t>
            </a:r>
            <a:endParaRPr kumimoji="1" lang="ja-JP" altLang="en-US" sz="1200" dirty="0"/>
          </a:p>
        </p:txBody>
      </p:sp>
      <p:sp>
        <p:nvSpPr>
          <p:cNvPr id="25" name="フローチャート: 結合子 24">
            <a:extLst>
              <a:ext uri="{FF2B5EF4-FFF2-40B4-BE49-F238E27FC236}">
                <a16:creationId xmlns:a16="http://schemas.microsoft.com/office/drawing/2014/main" id="{6B9D8CAE-AEBB-82AB-5BFD-04F507493FA0}"/>
              </a:ext>
            </a:extLst>
          </p:cNvPr>
          <p:cNvSpPr/>
          <p:nvPr/>
        </p:nvSpPr>
        <p:spPr>
          <a:xfrm>
            <a:off x="4607331" y="1997104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0</a:t>
            </a:r>
            <a:endParaRPr kumimoji="1" lang="ja-JP" altLang="en-US" sz="1200" dirty="0"/>
          </a:p>
        </p:txBody>
      </p:sp>
      <p:sp>
        <p:nvSpPr>
          <p:cNvPr id="27" name="フローチャート: 結合子 26">
            <a:extLst>
              <a:ext uri="{FF2B5EF4-FFF2-40B4-BE49-F238E27FC236}">
                <a16:creationId xmlns:a16="http://schemas.microsoft.com/office/drawing/2014/main" id="{5DCF2F5D-8CEF-B95B-6D0C-160B1AFDCD62}"/>
              </a:ext>
            </a:extLst>
          </p:cNvPr>
          <p:cNvSpPr/>
          <p:nvPr/>
        </p:nvSpPr>
        <p:spPr>
          <a:xfrm>
            <a:off x="5114455" y="1457191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1</a:t>
            </a:r>
            <a:endParaRPr kumimoji="1" lang="ja-JP" altLang="en-US" sz="1200" dirty="0"/>
          </a:p>
        </p:txBody>
      </p:sp>
      <p:sp>
        <p:nvSpPr>
          <p:cNvPr id="29" name="フローチャート: 結合子 28">
            <a:extLst>
              <a:ext uri="{FF2B5EF4-FFF2-40B4-BE49-F238E27FC236}">
                <a16:creationId xmlns:a16="http://schemas.microsoft.com/office/drawing/2014/main" id="{13E1441E-7517-74F1-05D2-795A662DC335}"/>
              </a:ext>
            </a:extLst>
          </p:cNvPr>
          <p:cNvSpPr/>
          <p:nvPr/>
        </p:nvSpPr>
        <p:spPr>
          <a:xfrm>
            <a:off x="4530391" y="886893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3</a:t>
            </a:r>
            <a:endParaRPr kumimoji="1" lang="ja-JP" altLang="en-US" sz="12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C410219-03C6-DFC4-F77F-5DBD9DE4C6CC}"/>
              </a:ext>
            </a:extLst>
          </p:cNvPr>
          <p:cNvSpPr txBox="1"/>
          <p:nvPr/>
        </p:nvSpPr>
        <p:spPr>
          <a:xfrm>
            <a:off x="157018" y="582260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</a:rPr>
              <a:t>ELECOM</a:t>
            </a:r>
          </a:p>
          <a:p>
            <a:r>
              <a:rPr lang="en-US" altLang="ja-JP" sz="1200" dirty="0">
                <a:solidFill>
                  <a:schemeClr val="bg1"/>
                </a:solidFill>
              </a:rPr>
              <a:t>JC-U4113S</a:t>
            </a:r>
          </a:p>
          <a:p>
            <a:r>
              <a:rPr kumimoji="1" lang="en-US" altLang="ja-JP" sz="1200" dirty="0">
                <a:solidFill>
                  <a:schemeClr val="bg1"/>
                </a:solidFill>
              </a:rPr>
              <a:t>X-mode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EACF721A-F93E-474D-DC1B-18C18F4C0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594" y="999991"/>
            <a:ext cx="5882311" cy="2794483"/>
          </a:xfrm>
          <a:prstGeom prst="rect">
            <a:avLst/>
          </a:prstGeom>
        </p:spPr>
      </p:pic>
      <p:sp>
        <p:nvSpPr>
          <p:cNvPr id="33" name="矢印: 下 32">
            <a:extLst>
              <a:ext uri="{FF2B5EF4-FFF2-40B4-BE49-F238E27FC236}">
                <a16:creationId xmlns:a16="http://schemas.microsoft.com/office/drawing/2014/main" id="{5B5B3DE6-A814-A14E-49E5-696C1E432ADA}"/>
              </a:ext>
            </a:extLst>
          </p:cNvPr>
          <p:cNvSpPr/>
          <p:nvPr/>
        </p:nvSpPr>
        <p:spPr>
          <a:xfrm>
            <a:off x="7216003" y="1042476"/>
            <a:ext cx="757382" cy="9144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/>
              <a:t>-1</a:t>
            </a:r>
          </a:p>
          <a:p>
            <a:pPr algn="ctr"/>
            <a:endParaRPr lang="en-US" altLang="ja-JP" sz="800" dirty="0"/>
          </a:p>
          <a:p>
            <a:pPr algn="ctr"/>
            <a:r>
              <a:rPr lang="en-US" altLang="ja-JP" sz="800" dirty="0"/>
              <a:t>[2]</a:t>
            </a:r>
          </a:p>
          <a:p>
            <a:pPr algn="ctr"/>
            <a:endParaRPr kumimoji="1" lang="en-US" altLang="ja-JP" sz="800" dirty="0"/>
          </a:p>
          <a:p>
            <a:pPr algn="ctr"/>
            <a:r>
              <a:rPr lang="en-US" altLang="ja-JP" sz="800" dirty="0"/>
              <a:t>+1</a:t>
            </a:r>
            <a:endParaRPr kumimoji="1" lang="ja-JP" altLang="en-US" sz="800" dirty="0"/>
          </a:p>
        </p:txBody>
      </p:sp>
      <p:sp>
        <p:nvSpPr>
          <p:cNvPr id="35" name="矢印: 下 34">
            <a:extLst>
              <a:ext uri="{FF2B5EF4-FFF2-40B4-BE49-F238E27FC236}">
                <a16:creationId xmlns:a16="http://schemas.microsoft.com/office/drawing/2014/main" id="{E315673B-C884-5DE6-F5FC-361357C6BE22}"/>
              </a:ext>
            </a:extLst>
          </p:cNvPr>
          <p:cNvSpPr/>
          <p:nvPr/>
        </p:nvSpPr>
        <p:spPr>
          <a:xfrm>
            <a:off x="10235229" y="1101465"/>
            <a:ext cx="757382" cy="9144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/>
              <a:t>-1</a:t>
            </a:r>
          </a:p>
          <a:p>
            <a:pPr algn="ctr"/>
            <a:endParaRPr lang="en-US" altLang="ja-JP" sz="800" dirty="0"/>
          </a:p>
          <a:p>
            <a:pPr algn="ctr"/>
            <a:r>
              <a:rPr lang="en-US" altLang="ja-JP" sz="800" dirty="0"/>
              <a:t>[5]</a:t>
            </a:r>
          </a:p>
          <a:p>
            <a:pPr algn="ctr"/>
            <a:endParaRPr kumimoji="1" lang="en-US" altLang="ja-JP" sz="800" dirty="0"/>
          </a:p>
          <a:p>
            <a:pPr algn="ctr"/>
            <a:r>
              <a:rPr lang="en-US" altLang="ja-JP" sz="800" dirty="0"/>
              <a:t>+1</a:t>
            </a:r>
            <a:endParaRPr kumimoji="1" lang="ja-JP" altLang="en-US" sz="8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8080621-4F85-D3E0-AF1C-48D593AA0574}"/>
              </a:ext>
            </a:extLst>
          </p:cNvPr>
          <p:cNvSpPr txBox="1"/>
          <p:nvPr/>
        </p:nvSpPr>
        <p:spPr>
          <a:xfrm>
            <a:off x="6696276" y="1300514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</a:rPr>
              <a:t>7:LT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B492C775-CFE9-3F9D-7BAC-09B52CDA5275}"/>
              </a:ext>
            </a:extLst>
          </p:cNvPr>
          <p:cNvSpPr txBox="1"/>
          <p:nvPr/>
        </p:nvSpPr>
        <p:spPr>
          <a:xfrm>
            <a:off x="10943816" y="1358874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</a:rPr>
              <a:t>8:RT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C4E8541-09F7-4845-7735-E5F0A4213282}"/>
              </a:ext>
            </a:extLst>
          </p:cNvPr>
          <p:cNvSpPr txBox="1"/>
          <p:nvPr/>
        </p:nvSpPr>
        <p:spPr>
          <a:xfrm>
            <a:off x="6287557" y="1937684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</a:rPr>
              <a:t>5:LB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42" name="フローチャート: 結合子 41">
            <a:extLst>
              <a:ext uri="{FF2B5EF4-FFF2-40B4-BE49-F238E27FC236}">
                <a16:creationId xmlns:a16="http://schemas.microsoft.com/office/drawing/2014/main" id="{F97ACEF0-9EAA-3EF9-4AF5-4539AACB911D}"/>
              </a:ext>
            </a:extLst>
          </p:cNvPr>
          <p:cNvSpPr/>
          <p:nvPr/>
        </p:nvSpPr>
        <p:spPr>
          <a:xfrm>
            <a:off x="6796030" y="1776449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4</a:t>
            </a:r>
            <a:endParaRPr kumimoji="1" lang="ja-JP" altLang="en-US" sz="1200" dirty="0"/>
          </a:p>
        </p:txBody>
      </p:sp>
      <p:sp>
        <p:nvSpPr>
          <p:cNvPr id="44" name="フローチャート: 結合子 43">
            <a:extLst>
              <a:ext uri="{FF2B5EF4-FFF2-40B4-BE49-F238E27FC236}">
                <a16:creationId xmlns:a16="http://schemas.microsoft.com/office/drawing/2014/main" id="{52ED281B-A7F0-9017-0772-DB50DA1A04DE}"/>
              </a:ext>
            </a:extLst>
          </p:cNvPr>
          <p:cNvSpPr/>
          <p:nvPr/>
        </p:nvSpPr>
        <p:spPr>
          <a:xfrm>
            <a:off x="10856799" y="1940032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5</a:t>
            </a:r>
            <a:endParaRPr kumimoji="1" lang="ja-JP" altLang="en-US" sz="12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9E31B4B-DF72-F6D5-4D24-2DA03DCA13E9}"/>
              </a:ext>
            </a:extLst>
          </p:cNvPr>
          <p:cNvSpPr txBox="1"/>
          <p:nvPr/>
        </p:nvSpPr>
        <p:spPr>
          <a:xfrm>
            <a:off x="11313999" y="1961375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</a:rPr>
              <a:t>8:RB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B9866FA-5D06-6D04-FE20-357ACC4A0C1A}"/>
              </a:ext>
            </a:extLst>
          </p:cNvPr>
          <p:cNvSpPr txBox="1"/>
          <p:nvPr/>
        </p:nvSpPr>
        <p:spPr>
          <a:xfrm>
            <a:off x="8487694" y="977317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</a:rPr>
              <a:t>ELECOM</a:t>
            </a:r>
          </a:p>
          <a:p>
            <a:r>
              <a:rPr lang="en-US" altLang="ja-JP" sz="1200" dirty="0">
                <a:solidFill>
                  <a:schemeClr val="bg1"/>
                </a:solidFill>
              </a:rPr>
              <a:t>JC-U4113S</a:t>
            </a:r>
          </a:p>
          <a:p>
            <a:r>
              <a:rPr kumimoji="1" lang="en-US" altLang="ja-JP" sz="1200" dirty="0">
                <a:solidFill>
                  <a:schemeClr val="bg1"/>
                </a:solidFill>
              </a:rPr>
              <a:t>X-mode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49" name="フローチャート: 結合子 48">
            <a:extLst>
              <a:ext uri="{FF2B5EF4-FFF2-40B4-BE49-F238E27FC236}">
                <a16:creationId xmlns:a16="http://schemas.microsoft.com/office/drawing/2014/main" id="{6242B464-E943-0D20-8340-F9E3BE326751}"/>
              </a:ext>
            </a:extLst>
          </p:cNvPr>
          <p:cNvSpPr/>
          <p:nvPr/>
        </p:nvSpPr>
        <p:spPr>
          <a:xfrm>
            <a:off x="8866909" y="2096654"/>
            <a:ext cx="1044129" cy="304588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rgbClr val="FF0000"/>
                </a:solidFill>
              </a:rPr>
              <a:t>X</a:t>
            </a:r>
            <a:r>
              <a:rPr kumimoji="1" lang="ja-JP" altLang="en-US" sz="900" dirty="0">
                <a:solidFill>
                  <a:srgbClr val="FF0000"/>
                </a:solidFill>
              </a:rPr>
              <a:t>固定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869DC2C-A7D2-4E03-C85F-F1AF4DFFFABF}"/>
              </a:ext>
            </a:extLst>
          </p:cNvPr>
          <p:cNvSpPr txBox="1"/>
          <p:nvPr/>
        </p:nvSpPr>
        <p:spPr>
          <a:xfrm>
            <a:off x="2787857" y="3022225"/>
            <a:ext cx="705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solidFill>
                  <a:schemeClr val="bg1"/>
                </a:solidFill>
              </a:rPr>
              <a:t>13:GUIDE</a:t>
            </a:r>
            <a:endParaRPr kumimoji="1" lang="ja-JP" altLang="en-US" sz="900" dirty="0">
              <a:solidFill>
                <a:schemeClr val="bg1"/>
              </a:solidFill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193A471B-54CD-07B4-9D04-3CF32FB8CB6F}"/>
              </a:ext>
            </a:extLst>
          </p:cNvPr>
          <p:cNvSpPr txBox="1"/>
          <p:nvPr/>
        </p:nvSpPr>
        <p:spPr>
          <a:xfrm>
            <a:off x="2330657" y="732213"/>
            <a:ext cx="4972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>
                <a:solidFill>
                  <a:schemeClr val="bg1"/>
                </a:solidFill>
              </a:rPr>
              <a:t>BACK</a:t>
            </a:r>
            <a:endParaRPr kumimoji="1" lang="ja-JP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241EF810-1634-773A-027B-F38FF23D5981}"/>
              </a:ext>
            </a:extLst>
          </p:cNvPr>
          <p:cNvSpPr txBox="1"/>
          <p:nvPr/>
        </p:nvSpPr>
        <p:spPr>
          <a:xfrm>
            <a:off x="3366322" y="721287"/>
            <a:ext cx="5533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solidFill>
                  <a:schemeClr val="bg1"/>
                </a:solidFill>
              </a:rPr>
              <a:t>START</a:t>
            </a:r>
            <a:endParaRPr kumimoji="1" lang="ja-JP" altLang="en-US" sz="900" dirty="0">
              <a:solidFill>
                <a:schemeClr val="bg1"/>
              </a:solidFill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8F9C586-2B8C-6492-D567-AFFC2AB85C77}"/>
              </a:ext>
            </a:extLst>
          </p:cNvPr>
          <p:cNvSpPr txBox="1"/>
          <p:nvPr/>
        </p:nvSpPr>
        <p:spPr>
          <a:xfrm>
            <a:off x="4934918" y="976797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/>
              <a:t>Y</a:t>
            </a:r>
            <a:endParaRPr kumimoji="1" lang="ja-JP" altLang="en-US" sz="1400" b="1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BC2B9AA9-E6F0-73FB-26ED-EEE521322C22}"/>
              </a:ext>
            </a:extLst>
          </p:cNvPr>
          <p:cNvSpPr txBox="1"/>
          <p:nvPr/>
        </p:nvSpPr>
        <p:spPr>
          <a:xfrm>
            <a:off x="4052811" y="1141490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X</a:t>
            </a:r>
            <a:endParaRPr kumimoji="1" lang="ja-JP" altLang="en-US" sz="1400" b="1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677DB051-A46C-341D-1265-0695A564B04D}"/>
              </a:ext>
            </a:extLst>
          </p:cNvPr>
          <p:cNvSpPr txBox="1"/>
          <p:nvPr/>
        </p:nvSpPr>
        <p:spPr>
          <a:xfrm>
            <a:off x="5043668" y="2214683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/>
              <a:t>A</a:t>
            </a:r>
            <a:endParaRPr kumimoji="1" lang="ja-JP" altLang="en-US" sz="1400" b="1" dirty="0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76E59B4D-DCE0-DBA1-8C8E-2F408E67BF50}"/>
              </a:ext>
            </a:extLst>
          </p:cNvPr>
          <p:cNvSpPr txBox="1"/>
          <p:nvPr/>
        </p:nvSpPr>
        <p:spPr>
          <a:xfrm>
            <a:off x="5251419" y="1204986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B</a:t>
            </a:r>
            <a:endParaRPr kumimoji="1" lang="ja-JP" altLang="en-US" sz="1400" b="1" dirty="0"/>
          </a:p>
        </p:txBody>
      </p:sp>
      <p:sp>
        <p:nvSpPr>
          <p:cNvPr id="64" name="フローチャート: 結合子 63">
            <a:extLst>
              <a:ext uri="{FF2B5EF4-FFF2-40B4-BE49-F238E27FC236}">
                <a16:creationId xmlns:a16="http://schemas.microsoft.com/office/drawing/2014/main" id="{C12D0161-EBCC-9F2E-9624-F239FFADA0A5}"/>
              </a:ext>
            </a:extLst>
          </p:cNvPr>
          <p:cNvSpPr/>
          <p:nvPr/>
        </p:nvSpPr>
        <p:spPr>
          <a:xfrm>
            <a:off x="969818" y="1318987"/>
            <a:ext cx="786830" cy="642388"/>
          </a:xfrm>
          <a:prstGeom prst="flowChartConnector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/>
              <a:t>使用</a:t>
            </a:r>
            <a:endParaRPr lang="en-US" altLang="ja-JP" sz="1200" dirty="0"/>
          </a:p>
          <a:p>
            <a:pPr algn="ctr"/>
            <a:r>
              <a:rPr lang="ja-JP" altLang="en-US" sz="1200" dirty="0"/>
              <a:t>不可</a:t>
            </a:r>
            <a:endParaRPr kumimoji="1" lang="ja-JP" altLang="en-US" sz="1200" dirty="0"/>
          </a:p>
        </p:txBody>
      </p:sp>
      <p:sp>
        <p:nvSpPr>
          <p:cNvPr id="66" name="フローチャート: 結合子 65">
            <a:extLst>
              <a:ext uri="{FF2B5EF4-FFF2-40B4-BE49-F238E27FC236}">
                <a16:creationId xmlns:a16="http://schemas.microsoft.com/office/drawing/2014/main" id="{A10D6FE1-63B1-9F2C-9329-29D0FD6189F5}"/>
              </a:ext>
            </a:extLst>
          </p:cNvPr>
          <p:cNvSpPr/>
          <p:nvPr/>
        </p:nvSpPr>
        <p:spPr>
          <a:xfrm>
            <a:off x="6171874" y="2375078"/>
            <a:ext cx="1044129" cy="488196"/>
          </a:xfrm>
          <a:prstGeom prst="flowChartConnector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/>
              <a:t>使用不可</a:t>
            </a:r>
            <a:endParaRPr kumimoji="1" lang="ja-JP" altLang="en-US" sz="1050" dirty="0"/>
          </a:p>
        </p:txBody>
      </p:sp>
      <p:sp>
        <p:nvSpPr>
          <p:cNvPr id="68" name="フローチャート: 結合子 67">
            <a:extLst>
              <a:ext uri="{FF2B5EF4-FFF2-40B4-BE49-F238E27FC236}">
                <a16:creationId xmlns:a16="http://schemas.microsoft.com/office/drawing/2014/main" id="{7926FD15-6A53-F577-4AB6-AE7D411EB6AC}"/>
              </a:ext>
            </a:extLst>
          </p:cNvPr>
          <p:cNvSpPr/>
          <p:nvPr/>
        </p:nvSpPr>
        <p:spPr>
          <a:xfrm>
            <a:off x="10822267" y="2454304"/>
            <a:ext cx="1044129" cy="488196"/>
          </a:xfrm>
          <a:prstGeom prst="flowChartConnector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/>
              <a:t>使用不可</a:t>
            </a:r>
            <a:endParaRPr kumimoji="1" lang="ja-JP" altLang="en-US" sz="1050" dirty="0"/>
          </a:p>
        </p:txBody>
      </p:sp>
    </p:spTree>
    <p:extLst>
      <p:ext uri="{BB962C8B-B14F-4D97-AF65-F5344CB8AC3E}">
        <p14:creationId xmlns:p14="http://schemas.microsoft.com/office/powerpoint/2010/main" val="4175020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5F0A406-C7FD-37C9-9B4E-F8F966EE2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8" y="574998"/>
            <a:ext cx="5872390" cy="4005809"/>
          </a:xfrm>
          <a:prstGeom prst="rect">
            <a:avLst/>
          </a:prstGeom>
        </p:spPr>
      </p:pic>
      <p:sp>
        <p:nvSpPr>
          <p:cNvPr id="5" name="矢印: 左右 4">
            <a:extLst>
              <a:ext uri="{FF2B5EF4-FFF2-40B4-BE49-F238E27FC236}">
                <a16:creationId xmlns:a16="http://schemas.microsoft.com/office/drawing/2014/main" id="{BBC062B3-FFF1-9184-BE37-7A40AA8E444C}"/>
              </a:ext>
            </a:extLst>
          </p:cNvPr>
          <p:cNvSpPr/>
          <p:nvPr/>
        </p:nvSpPr>
        <p:spPr>
          <a:xfrm>
            <a:off x="1560945" y="2863274"/>
            <a:ext cx="1216152" cy="484632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-1      [0]     +1</a:t>
            </a:r>
            <a:endParaRPr kumimoji="1" lang="ja-JP" altLang="en-US" sz="900" dirty="0"/>
          </a:p>
        </p:txBody>
      </p:sp>
      <p:sp>
        <p:nvSpPr>
          <p:cNvPr id="7" name="矢印: 上下 6">
            <a:extLst>
              <a:ext uri="{FF2B5EF4-FFF2-40B4-BE49-F238E27FC236}">
                <a16:creationId xmlns:a16="http://schemas.microsoft.com/office/drawing/2014/main" id="{23D7A659-F956-16A7-E984-583042E91875}"/>
              </a:ext>
            </a:extLst>
          </p:cNvPr>
          <p:cNvSpPr/>
          <p:nvPr/>
        </p:nvSpPr>
        <p:spPr>
          <a:xfrm>
            <a:off x="1816191" y="3274016"/>
            <a:ext cx="705660" cy="1216152"/>
          </a:xfrm>
          <a:prstGeom prst="up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-1</a:t>
            </a:r>
          </a:p>
          <a:p>
            <a:pPr algn="ctr"/>
            <a:endParaRPr lang="en-US" altLang="ja-JP" sz="900" dirty="0"/>
          </a:p>
          <a:p>
            <a:pPr algn="ctr"/>
            <a:endParaRPr lang="en-US" altLang="ja-JP" sz="900" dirty="0"/>
          </a:p>
          <a:p>
            <a:pPr algn="ctr"/>
            <a:r>
              <a:rPr kumimoji="1" lang="en-US" altLang="ja-JP" sz="900" dirty="0"/>
              <a:t>[1]</a:t>
            </a:r>
          </a:p>
          <a:p>
            <a:pPr algn="ctr"/>
            <a:endParaRPr lang="en-US" altLang="ja-JP" sz="900" dirty="0"/>
          </a:p>
          <a:p>
            <a:pPr algn="ctr"/>
            <a:endParaRPr lang="en-US" altLang="ja-JP" sz="900" dirty="0"/>
          </a:p>
          <a:p>
            <a:pPr algn="ctr"/>
            <a:r>
              <a:rPr kumimoji="1" lang="en-US" altLang="ja-JP" sz="900" dirty="0"/>
              <a:t>+1</a:t>
            </a:r>
            <a:endParaRPr kumimoji="1" lang="ja-JP" altLang="en-US" sz="900" dirty="0"/>
          </a:p>
        </p:txBody>
      </p:sp>
      <p:sp>
        <p:nvSpPr>
          <p:cNvPr id="9" name="矢印: 左右 8">
            <a:extLst>
              <a:ext uri="{FF2B5EF4-FFF2-40B4-BE49-F238E27FC236}">
                <a16:creationId xmlns:a16="http://schemas.microsoft.com/office/drawing/2014/main" id="{FA1E57DE-C37D-65A3-9479-26DB93374926}"/>
              </a:ext>
            </a:extLst>
          </p:cNvPr>
          <p:cNvSpPr/>
          <p:nvPr/>
        </p:nvSpPr>
        <p:spPr>
          <a:xfrm>
            <a:off x="4191045" y="2897036"/>
            <a:ext cx="1216152" cy="484632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-1      [3]     +1</a:t>
            </a:r>
            <a:endParaRPr kumimoji="1" lang="ja-JP" altLang="en-US" sz="900" dirty="0"/>
          </a:p>
        </p:txBody>
      </p:sp>
      <p:sp>
        <p:nvSpPr>
          <p:cNvPr id="11" name="矢印: 上下 10">
            <a:extLst>
              <a:ext uri="{FF2B5EF4-FFF2-40B4-BE49-F238E27FC236}">
                <a16:creationId xmlns:a16="http://schemas.microsoft.com/office/drawing/2014/main" id="{DBA25BED-768E-6466-48F7-FE68DB40BD46}"/>
              </a:ext>
            </a:extLst>
          </p:cNvPr>
          <p:cNvSpPr/>
          <p:nvPr/>
        </p:nvSpPr>
        <p:spPr>
          <a:xfrm>
            <a:off x="4446291" y="3275727"/>
            <a:ext cx="705660" cy="1216152"/>
          </a:xfrm>
          <a:prstGeom prst="up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-1</a:t>
            </a:r>
          </a:p>
          <a:p>
            <a:pPr algn="ctr"/>
            <a:endParaRPr lang="en-US" altLang="ja-JP" sz="900" dirty="0"/>
          </a:p>
          <a:p>
            <a:pPr algn="ctr"/>
            <a:endParaRPr lang="en-US" altLang="ja-JP" sz="900" dirty="0"/>
          </a:p>
          <a:p>
            <a:pPr algn="ctr"/>
            <a:r>
              <a:rPr kumimoji="1" lang="en-US" altLang="ja-JP" sz="900" dirty="0"/>
              <a:t>[4]</a:t>
            </a:r>
          </a:p>
          <a:p>
            <a:pPr algn="ctr"/>
            <a:endParaRPr lang="en-US" altLang="ja-JP" sz="900" dirty="0"/>
          </a:p>
          <a:p>
            <a:pPr algn="ctr"/>
            <a:endParaRPr lang="en-US" altLang="ja-JP" sz="900" dirty="0"/>
          </a:p>
          <a:p>
            <a:pPr algn="ctr"/>
            <a:r>
              <a:rPr kumimoji="1" lang="en-US" altLang="ja-JP" sz="900" dirty="0"/>
              <a:t>+1</a:t>
            </a:r>
            <a:endParaRPr kumimoji="1" lang="ja-JP" altLang="en-US" sz="900" dirty="0"/>
          </a:p>
        </p:txBody>
      </p:sp>
      <p:sp>
        <p:nvSpPr>
          <p:cNvPr id="13" name="フローチャート: 結合子 12">
            <a:extLst>
              <a:ext uri="{FF2B5EF4-FFF2-40B4-BE49-F238E27FC236}">
                <a16:creationId xmlns:a16="http://schemas.microsoft.com/office/drawing/2014/main" id="{F026DA75-5C07-6C14-BCD7-9B416691344C}"/>
              </a:ext>
            </a:extLst>
          </p:cNvPr>
          <p:cNvSpPr/>
          <p:nvPr/>
        </p:nvSpPr>
        <p:spPr>
          <a:xfrm>
            <a:off x="1940421" y="2195946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9</a:t>
            </a:r>
            <a:endParaRPr kumimoji="1" lang="ja-JP" altLang="en-US" sz="1200" dirty="0"/>
          </a:p>
        </p:txBody>
      </p:sp>
      <p:sp>
        <p:nvSpPr>
          <p:cNvPr id="15" name="フローチャート: 結合子 14">
            <a:extLst>
              <a:ext uri="{FF2B5EF4-FFF2-40B4-BE49-F238E27FC236}">
                <a16:creationId xmlns:a16="http://schemas.microsoft.com/office/drawing/2014/main" id="{6E637C09-B03D-90BF-7F0A-5BFCCE63B2DC}"/>
              </a:ext>
            </a:extLst>
          </p:cNvPr>
          <p:cNvSpPr/>
          <p:nvPr/>
        </p:nvSpPr>
        <p:spPr>
          <a:xfrm>
            <a:off x="3884676" y="2195946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10</a:t>
            </a:r>
            <a:endParaRPr kumimoji="1" lang="ja-JP" altLang="en-US" sz="1000" dirty="0"/>
          </a:p>
        </p:txBody>
      </p:sp>
      <p:sp>
        <p:nvSpPr>
          <p:cNvPr id="17" name="フローチャート: 結合子 16">
            <a:extLst>
              <a:ext uri="{FF2B5EF4-FFF2-40B4-BE49-F238E27FC236}">
                <a16:creationId xmlns:a16="http://schemas.microsoft.com/office/drawing/2014/main" id="{4EB7B1A0-BB96-49B7-825B-C5A1E363E7B5}"/>
              </a:ext>
            </a:extLst>
          </p:cNvPr>
          <p:cNvSpPr/>
          <p:nvPr/>
        </p:nvSpPr>
        <p:spPr>
          <a:xfrm>
            <a:off x="2897124" y="2534029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8</a:t>
            </a:r>
            <a:endParaRPr kumimoji="1" lang="ja-JP" altLang="en-US" sz="1200" dirty="0"/>
          </a:p>
        </p:txBody>
      </p:sp>
      <p:sp>
        <p:nvSpPr>
          <p:cNvPr id="19" name="フローチャート: 結合子 18">
            <a:extLst>
              <a:ext uri="{FF2B5EF4-FFF2-40B4-BE49-F238E27FC236}">
                <a16:creationId xmlns:a16="http://schemas.microsoft.com/office/drawing/2014/main" id="{679934AA-33A7-D10C-CB27-13045A8D4824}"/>
              </a:ext>
            </a:extLst>
          </p:cNvPr>
          <p:cNvSpPr/>
          <p:nvPr/>
        </p:nvSpPr>
        <p:spPr>
          <a:xfrm>
            <a:off x="2330657" y="999991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6</a:t>
            </a:r>
            <a:endParaRPr kumimoji="1" lang="ja-JP" altLang="en-US" sz="1200" dirty="0"/>
          </a:p>
        </p:txBody>
      </p:sp>
      <p:sp>
        <p:nvSpPr>
          <p:cNvPr id="21" name="フローチャート: 結合子 20">
            <a:extLst>
              <a:ext uri="{FF2B5EF4-FFF2-40B4-BE49-F238E27FC236}">
                <a16:creationId xmlns:a16="http://schemas.microsoft.com/office/drawing/2014/main" id="{7BBB318C-64C2-4603-2A88-3F3D3DCFF56F}"/>
              </a:ext>
            </a:extLst>
          </p:cNvPr>
          <p:cNvSpPr/>
          <p:nvPr/>
        </p:nvSpPr>
        <p:spPr>
          <a:xfrm>
            <a:off x="3405124" y="999991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7</a:t>
            </a:r>
            <a:endParaRPr kumimoji="1" lang="ja-JP" altLang="en-US" sz="1200" dirty="0"/>
          </a:p>
        </p:txBody>
      </p:sp>
      <p:sp>
        <p:nvSpPr>
          <p:cNvPr id="23" name="フローチャート: 結合子 22">
            <a:extLst>
              <a:ext uri="{FF2B5EF4-FFF2-40B4-BE49-F238E27FC236}">
                <a16:creationId xmlns:a16="http://schemas.microsoft.com/office/drawing/2014/main" id="{6BE0665E-39D2-72D7-169D-48884A2B9C81}"/>
              </a:ext>
            </a:extLst>
          </p:cNvPr>
          <p:cNvSpPr/>
          <p:nvPr/>
        </p:nvSpPr>
        <p:spPr>
          <a:xfrm>
            <a:off x="4039988" y="1389057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2</a:t>
            </a:r>
            <a:endParaRPr kumimoji="1" lang="ja-JP" altLang="en-US" sz="1200" dirty="0"/>
          </a:p>
        </p:txBody>
      </p:sp>
      <p:sp>
        <p:nvSpPr>
          <p:cNvPr id="25" name="フローチャート: 結合子 24">
            <a:extLst>
              <a:ext uri="{FF2B5EF4-FFF2-40B4-BE49-F238E27FC236}">
                <a16:creationId xmlns:a16="http://schemas.microsoft.com/office/drawing/2014/main" id="{1051DAF9-F24B-033D-4EF4-05D99E441E1E}"/>
              </a:ext>
            </a:extLst>
          </p:cNvPr>
          <p:cNvSpPr/>
          <p:nvPr/>
        </p:nvSpPr>
        <p:spPr>
          <a:xfrm>
            <a:off x="4607331" y="1997104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0</a:t>
            </a:r>
            <a:endParaRPr kumimoji="1" lang="ja-JP" altLang="en-US" sz="1200" dirty="0"/>
          </a:p>
        </p:txBody>
      </p:sp>
      <p:sp>
        <p:nvSpPr>
          <p:cNvPr id="27" name="フローチャート: 結合子 26">
            <a:extLst>
              <a:ext uri="{FF2B5EF4-FFF2-40B4-BE49-F238E27FC236}">
                <a16:creationId xmlns:a16="http://schemas.microsoft.com/office/drawing/2014/main" id="{D4075E93-F192-C56B-BE8A-F605F58731DE}"/>
              </a:ext>
            </a:extLst>
          </p:cNvPr>
          <p:cNvSpPr/>
          <p:nvPr/>
        </p:nvSpPr>
        <p:spPr>
          <a:xfrm>
            <a:off x="5114455" y="1457191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1</a:t>
            </a:r>
            <a:endParaRPr kumimoji="1" lang="ja-JP" altLang="en-US" sz="1200" dirty="0"/>
          </a:p>
        </p:txBody>
      </p:sp>
      <p:sp>
        <p:nvSpPr>
          <p:cNvPr id="29" name="フローチャート: 結合子 28">
            <a:extLst>
              <a:ext uri="{FF2B5EF4-FFF2-40B4-BE49-F238E27FC236}">
                <a16:creationId xmlns:a16="http://schemas.microsoft.com/office/drawing/2014/main" id="{694D5FB2-97A6-AC5B-4D61-871EE2C0D457}"/>
              </a:ext>
            </a:extLst>
          </p:cNvPr>
          <p:cNvSpPr/>
          <p:nvPr/>
        </p:nvSpPr>
        <p:spPr>
          <a:xfrm>
            <a:off x="4530391" y="886893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3</a:t>
            </a:r>
            <a:endParaRPr kumimoji="1" lang="ja-JP" altLang="en-US" sz="12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3AA3354-8B24-B44E-E227-64BB12580791}"/>
              </a:ext>
            </a:extLst>
          </p:cNvPr>
          <p:cNvSpPr txBox="1"/>
          <p:nvPr/>
        </p:nvSpPr>
        <p:spPr>
          <a:xfrm>
            <a:off x="157018" y="582260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</a:rPr>
              <a:t>ELECOM</a:t>
            </a:r>
          </a:p>
          <a:p>
            <a:r>
              <a:rPr lang="en-US" altLang="ja-JP" sz="1200" dirty="0">
                <a:solidFill>
                  <a:schemeClr val="bg1"/>
                </a:solidFill>
              </a:rPr>
              <a:t>JC-U4113S</a:t>
            </a:r>
          </a:p>
          <a:p>
            <a:r>
              <a:rPr kumimoji="1" lang="en-US" altLang="ja-JP" sz="1200" dirty="0">
                <a:solidFill>
                  <a:schemeClr val="bg1"/>
                </a:solidFill>
              </a:rPr>
              <a:t>X-mode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4D0DB3E-A492-AA81-E555-B0C757EF1CFC}"/>
              </a:ext>
            </a:extLst>
          </p:cNvPr>
          <p:cNvSpPr txBox="1"/>
          <p:nvPr/>
        </p:nvSpPr>
        <p:spPr>
          <a:xfrm>
            <a:off x="2542691" y="2404203"/>
            <a:ext cx="705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/>
              <a:t>13:GUIDE</a:t>
            </a:r>
            <a:endParaRPr kumimoji="1" lang="ja-JP" altLang="en-US" sz="9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C168398-69BD-4E4C-FE60-7EB620F167E8}"/>
              </a:ext>
            </a:extLst>
          </p:cNvPr>
          <p:cNvSpPr txBox="1"/>
          <p:nvPr/>
        </p:nvSpPr>
        <p:spPr>
          <a:xfrm>
            <a:off x="2330657" y="732213"/>
            <a:ext cx="4972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>
                <a:solidFill>
                  <a:schemeClr val="bg1"/>
                </a:solidFill>
              </a:rPr>
              <a:t>BACK</a:t>
            </a:r>
            <a:endParaRPr kumimoji="1" lang="ja-JP" altLang="en-US" sz="900" dirty="0">
              <a:solidFill>
                <a:schemeClr val="bg1"/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DC4C5B2-8990-9CE4-C958-4EF876CEB682}"/>
              </a:ext>
            </a:extLst>
          </p:cNvPr>
          <p:cNvSpPr txBox="1"/>
          <p:nvPr/>
        </p:nvSpPr>
        <p:spPr>
          <a:xfrm>
            <a:off x="3366322" y="721287"/>
            <a:ext cx="5533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solidFill>
                  <a:schemeClr val="bg1"/>
                </a:solidFill>
              </a:rPr>
              <a:t>START</a:t>
            </a:r>
            <a:endParaRPr kumimoji="1" lang="ja-JP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BCDA0994-AEA9-08A9-D7D7-30627133A314}"/>
              </a:ext>
            </a:extLst>
          </p:cNvPr>
          <p:cNvSpPr txBox="1"/>
          <p:nvPr/>
        </p:nvSpPr>
        <p:spPr>
          <a:xfrm>
            <a:off x="4934918" y="976797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/>
              <a:t>Y</a:t>
            </a:r>
            <a:endParaRPr kumimoji="1" lang="ja-JP" altLang="en-US" sz="1400" b="1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5180506-D163-2DBF-36E0-8C5BBCE16873}"/>
              </a:ext>
            </a:extLst>
          </p:cNvPr>
          <p:cNvSpPr txBox="1"/>
          <p:nvPr/>
        </p:nvSpPr>
        <p:spPr>
          <a:xfrm>
            <a:off x="4052811" y="1141490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X</a:t>
            </a:r>
            <a:endParaRPr kumimoji="1" lang="ja-JP" altLang="en-US" sz="1400" b="1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E37D2F43-999B-BA1D-66CF-92FD8DD1EDE9}"/>
              </a:ext>
            </a:extLst>
          </p:cNvPr>
          <p:cNvSpPr txBox="1"/>
          <p:nvPr/>
        </p:nvSpPr>
        <p:spPr>
          <a:xfrm>
            <a:off x="5043668" y="2214683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/>
              <a:t>A</a:t>
            </a:r>
            <a:endParaRPr kumimoji="1" lang="ja-JP" altLang="en-US" sz="1400" b="1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8FB1EF4-4693-6C75-FDBF-9A63D10AA5F6}"/>
              </a:ext>
            </a:extLst>
          </p:cNvPr>
          <p:cNvSpPr txBox="1"/>
          <p:nvPr/>
        </p:nvSpPr>
        <p:spPr>
          <a:xfrm>
            <a:off x="5251419" y="1204986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B</a:t>
            </a:r>
            <a:endParaRPr kumimoji="1" lang="ja-JP" altLang="en-US" sz="1400" b="1" dirty="0"/>
          </a:p>
        </p:txBody>
      </p:sp>
      <p:sp>
        <p:nvSpPr>
          <p:cNvPr id="47" name="フローチャート: 結合子 46">
            <a:extLst>
              <a:ext uri="{FF2B5EF4-FFF2-40B4-BE49-F238E27FC236}">
                <a16:creationId xmlns:a16="http://schemas.microsoft.com/office/drawing/2014/main" id="{11137AC0-39C3-E106-43CB-FECD1CFDC678}"/>
              </a:ext>
            </a:extLst>
          </p:cNvPr>
          <p:cNvSpPr/>
          <p:nvPr/>
        </p:nvSpPr>
        <p:spPr>
          <a:xfrm>
            <a:off x="969818" y="1318987"/>
            <a:ext cx="786830" cy="642388"/>
          </a:xfrm>
          <a:prstGeom prst="flowChartConnector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/>
              <a:t>使用</a:t>
            </a:r>
            <a:endParaRPr lang="en-US" altLang="ja-JP" sz="1200" dirty="0"/>
          </a:p>
          <a:p>
            <a:pPr algn="ctr"/>
            <a:r>
              <a:rPr lang="ja-JP" altLang="en-US" sz="1200" dirty="0"/>
              <a:t>不可</a:t>
            </a:r>
            <a:endParaRPr kumimoji="1" lang="ja-JP" altLang="en-US" sz="1200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87B61D0B-91DF-6F58-4F31-407F6E993740}"/>
              </a:ext>
            </a:extLst>
          </p:cNvPr>
          <p:cNvSpPr/>
          <p:nvPr/>
        </p:nvSpPr>
        <p:spPr>
          <a:xfrm>
            <a:off x="1026021" y="3410802"/>
            <a:ext cx="914400" cy="343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bt_A_Up</a:t>
            </a:r>
            <a:endParaRPr kumimoji="1" lang="ja-JP" altLang="en-US" sz="1100" dirty="0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D279B649-4AC6-B568-14B4-79E9F2997626}"/>
              </a:ext>
            </a:extLst>
          </p:cNvPr>
          <p:cNvSpPr/>
          <p:nvPr/>
        </p:nvSpPr>
        <p:spPr>
          <a:xfrm>
            <a:off x="1048221" y="4134639"/>
            <a:ext cx="914400" cy="343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 err="1"/>
              <a:t>bt_A_</a:t>
            </a:r>
            <a:r>
              <a:rPr lang="en-US" altLang="ja-JP" sz="1050" dirty="0" err="1"/>
              <a:t>Down</a:t>
            </a:r>
            <a:endParaRPr kumimoji="1" lang="ja-JP" altLang="en-US" sz="1050" dirty="0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C1F49BA4-E3F5-9689-C4A6-4A353FB78593}"/>
              </a:ext>
            </a:extLst>
          </p:cNvPr>
          <p:cNvSpPr/>
          <p:nvPr/>
        </p:nvSpPr>
        <p:spPr>
          <a:xfrm>
            <a:off x="1254621" y="1947544"/>
            <a:ext cx="914400" cy="343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bt_D_St</a:t>
            </a:r>
            <a:endParaRPr kumimoji="1" lang="ja-JP" altLang="en-US" sz="1100" dirty="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AB4B83B8-66BA-AC00-0801-4F7363328700}"/>
              </a:ext>
            </a:extLst>
          </p:cNvPr>
          <p:cNvSpPr/>
          <p:nvPr/>
        </p:nvSpPr>
        <p:spPr>
          <a:xfrm>
            <a:off x="3163832" y="1358874"/>
            <a:ext cx="705642" cy="3430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100" dirty="0"/>
              <a:t>Pub</a:t>
            </a:r>
            <a:r>
              <a:rPr kumimoji="1" lang="en-US" altLang="ja-JP" sz="1100" dirty="0"/>
              <a:t> Start</a:t>
            </a:r>
            <a:endParaRPr kumimoji="1" lang="ja-JP" altLang="en-US" sz="1100" dirty="0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1C2511EC-9F95-060B-CB92-CF4B155D959C}"/>
              </a:ext>
            </a:extLst>
          </p:cNvPr>
          <p:cNvSpPr/>
          <p:nvPr/>
        </p:nvSpPr>
        <p:spPr>
          <a:xfrm>
            <a:off x="577596" y="2930975"/>
            <a:ext cx="1076498" cy="343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bt_Str_S</a:t>
            </a:r>
            <a:endParaRPr kumimoji="1" lang="en-US" altLang="ja-JP" sz="1100" dirty="0"/>
          </a:p>
          <a:p>
            <a:pPr algn="ctr"/>
            <a:r>
              <a:rPr lang="en-US" altLang="ja-JP" sz="1100" dirty="0"/>
              <a:t>Value(-100)</a:t>
            </a:r>
            <a:endParaRPr kumimoji="1" lang="ja-JP" altLang="en-US" sz="1100" dirty="0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64935E09-F81E-0154-F940-1567085A22AE}"/>
              </a:ext>
            </a:extLst>
          </p:cNvPr>
          <p:cNvSpPr/>
          <p:nvPr/>
        </p:nvSpPr>
        <p:spPr>
          <a:xfrm>
            <a:off x="2506630" y="3183944"/>
            <a:ext cx="1014457" cy="343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bt_Str_S</a:t>
            </a:r>
            <a:endParaRPr kumimoji="1" lang="en-US" altLang="ja-JP" sz="1100" dirty="0"/>
          </a:p>
          <a:p>
            <a:pPr algn="ctr"/>
            <a:r>
              <a:rPr lang="en-US" altLang="ja-JP" sz="1100" dirty="0"/>
              <a:t>Value(+100)</a:t>
            </a:r>
            <a:endParaRPr kumimoji="1" lang="ja-JP" altLang="en-US" sz="1100" dirty="0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0BC34861-834A-196E-6B93-FA00E3E4797E}"/>
              </a:ext>
            </a:extLst>
          </p:cNvPr>
          <p:cNvSpPr/>
          <p:nvPr/>
        </p:nvSpPr>
        <p:spPr>
          <a:xfrm>
            <a:off x="2827909" y="2795702"/>
            <a:ext cx="705642" cy="217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stp_all</a:t>
            </a:r>
            <a:endParaRPr kumimoji="1" lang="ja-JP" altLang="en-US" sz="1100" dirty="0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4C382C9-AED9-F42B-FF2F-BD73A364CD62}"/>
              </a:ext>
            </a:extLst>
          </p:cNvPr>
          <p:cNvSpPr/>
          <p:nvPr/>
        </p:nvSpPr>
        <p:spPr>
          <a:xfrm>
            <a:off x="3248333" y="2006686"/>
            <a:ext cx="914400" cy="343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bt_D_St</a:t>
            </a:r>
            <a:endParaRPr kumimoji="1" lang="ja-JP" altLang="en-US" sz="1100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1821A271-BD4E-B8A8-9022-E7E963F210F9}"/>
              </a:ext>
            </a:extLst>
          </p:cNvPr>
          <p:cNvSpPr/>
          <p:nvPr/>
        </p:nvSpPr>
        <p:spPr>
          <a:xfrm>
            <a:off x="4281949" y="1730733"/>
            <a:ext cx="705642" cy="217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100" dirty="0" err="1"/>
              <a:t>bt_F</a:t>
            </a:r>
            <a:endParaRPr kumimoji="1" lang="ja-JP" altLang="en-US" sz="1100" dirty="0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78A8A098-C53F-F3F5-3DD9-D345D1C9FE8E}"/>
              </a:ext>
            </a:extLst>
          </p:cNvPr>
          <p:cNvSpPr/>
          <p:nvPr/>
        </p:nvSpPr>
        <p:spPr>
          <a:xfrm>
            <a:off x="4786474" y="2350036"/>
            <a:ext cx="705642" cy="217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100" dirty="0" err="1"/>
              <a:t>bt_S</a:t>
            </a:r>
            <a:endParaRPr kumimoji="1" lang="ja-JP" altLang="en-US" sz="1100" dirty="0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0B086D17-DE9E-3496-BEDC-F66B22679CA8}"/>
              </a:ext>
            </a:extLst>
          </p:cNvPr>
          <p:cNvSpPr/>
          <p:nvPr/>
        </p:nvSpPr>
        <p:spPr>
          <a:xfrm>
            <a:off x="5229552" y="1839265"/>
            <a:ext cx="705642" cy="2256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stp_all</a:t>
            </a:r>
            <a:endParaRPr kumimoji="1" lang="ja-JP" altLang="en-US" sz="1100" dirty="0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75EA39BE-6002-F0C9-C8BB-23D27AE20935}"/>
              </a:ext>
            </a:extLst>
          </p:cNvPr>
          <p:cNvSpPr/>
          <p:nvPr/>
        </p:nvSpPr>
        <p:spPr>
          <a:xfrm>
            <a:off x="1807322" y="1353269"/>
            <a:ext cx="705642" cy="3430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100" dirty="0"/>
              <a:t>Pub</a:t>
            </a:r>
            <a:r>
              <a:rPr kumimoji="1" lang="en-US" altLang="ja-JP" sz="1100" dirty="0"/>
              <a:t> Stop</a:t>
            </a:r>
            <a:endParaRPr kumimoji="1" lang="ja-JP" altLang="en-US" sz="1100" dirty="0"/>
          </a:p>
        </p:txBody>
      </p:sp>
      <p:pic>
        <p:nvPicPr>
          <p:cNvPr id="76" name="図 75">
            <a:extLst>
              <a:ext uri="{FF2B5EF4-FFF2-40B4-BE49-F238E27FC236}">
                <a16:creationId xmlns:a16="http://schemas.microsoft.com/office/drawing/2014/main" id="{5AEF3EE0-3954-68E0-17FB-165ABCFEB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594" y="999991"/>
            <a:ext cx="5882311" cy="2794483"/>
          </a:xfrm>
          <a:prstGeom prst="rect">
            <a:avLst/>
          </a:prstGeom>
        </p:spPr>
      </p:pic>
      <p:sp>
        <p:nvSpPr>
          <p:cNvPr id="78" name="矢印: 下 77">
            <a:extLst>
              <a:ext uri="{FF2B5EF4-FFF2-40B4-BE49-F238E27FC236}">
                <a16:creationId xmlns:a16="http://schemas.microsoft.com/office/drawing/2014/main" id="{2E898CC0-167E-143A-9EC2-A5608E2ED60D}"/>
              </a:ext>
            </a:extLst>
          </p:cNvPr>
          <p:cNvSpPr/>
          <p:nvPr/>
        </p:nvSpPr>
        <p:spPr>
          <a:xfrm>
            <a:off x="7216003" y="1042476"/>
            <a:ext cx="757382" cy="9144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/>
              <a:t>-1</a:t>
            </a:r>
          </a:p>
          <a:p>
            <a:pPr algn="ctr"/>
            <a:endParaRPr lang="en-US" altLang="ja-JP" sz="800" dirty="0"/>
          </a:p>
          <a:p>
            <a:pPr algn="ctr"/>
            <a:r>
              <a:rPr lang="en-US" altLang="ja-JP" sz="800" dirty="0"/>
              <a:t>[2]</a:t>
            </a:r>
          </a:p>
          <a:p>
            <a:pPr algn="ctr"/>
            <a:endParaRPr kumimoji="1" lang="en-US" altLang="ja-JP" sz="800" dirty="0"/>
          </a:p>
          <a:p>
            <a:pPr algn="ctr"/>
            <a:r>
              <a:rPr lang="en-US" altLang="ja-JP" sz="800" dirty="0"/>
              <a:t>+1</a:t>
            </a:r>
            <a:endParaRPr kumimoji="1" lang="ja-JP" altLang="en-US" sz="800" dirty="0"/>
          </a:p>
        </p:txBody>
      </p:sp>
      <p:sp>
        <p:nvSpPr>
          <p:cNvPr id="80" name="矢印: 下 79">
            <a:extLst>
              <a:ext uri="{FF2B5EF4-FFF2-40B4-BE49-F238E27FC236}">
                <a16:creationId xmlns:a16="http://schemas.microsoft.com/office/drawing/2014/main" id="{916FB754-609C-3475-1562-1CFBB7E1F3DF}"/>
              </a:ext>
            </a:extLst>
          </p:cNvPr>
          <p:cNvSpPr/>
          <p:nvPr/>
        </p:nvSpPr>
        <p:spPr>
          <a:xfrm>
            <a:off x="10235229" y="1101465"/>
            <a:ext cx="757382" cy="9144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/>
              <a:t>-1</a:t>
            </a:r>
          </a:p>
          <a:p>
            <a:pPr algn="ctr"/>
            <a:endParaRPr lang="en-US" altLang="ja-JP" sz="800" dirty="0"/>
          </a:p>
          <a:p>
            <a:pPr algn="ctr"/>
            <a:r>
              <a:rPr lang="en-US" altLang="ja-JP" sz="800" dirty="0"/>
              <a:t>[5]</a:t>
            </a:r>
          </a:p>
          <a:p>
            <a:pPr algn="ctr"/>
            <a:endParaRPr kumimoji="1" lang="en-US" altLang="ja-JP" sz="800" dirty="0"/>
          </a:p>
          <a:p>
            <a:pPr algn="ctr"/>
            <a:r>
              <a:rPr lang="en-US" altLang="ja-JP" sz="800" dirty="0"/>
              <a:t>+1</a:t>
            </a:r>
            <a:endParaRPr kumimoji="1" lang="ja-JP" altLang="en-US" sz="800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87349293-F34F-20FC-0793-B4EFAE8972D4}"/>
              </a:ext>
            </a:extLst>
          </p:cNvPr>
          <p:cNvSpPr txBox="1"/>
          <p:nvPr/>
        </p:nvSpPr>
        <p:spPr>
          <a:xfrm>
            <a:off x="6696276" y="1300514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</a:rPr>
              <a:t>7:LT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BBEE2CF4-BD92-2296-3DAA-02D6393F08A3}"/>
              </a:ext>
            </a:extLst>
          </p:cNvPr>
          <p:cNvSpPr txBox="1"/>
          <p:nvPr/>
        </p:nvSpPr>
        <p:spPr>
          <a:xfrm>
            <a:off x="10943816" y="1358874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</a:rPr>
              <a:t>8:RT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EE079A94-91DC-CAC8-8B49-EDCED68CDE95}"/>
              </a:ext>
            </a:extLst>
          </p:cNvPr>
          <p:cNvSpPr txBox="1"/>
          <p:nvPr/>
        </p:nvSpPr>
        <p:spPr>
          <a:xfrm>
            <a:off x="6287557" y="1937684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</a:rPr>
              <a:t>5:LB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88" name="フローチャート: 結合子 87">
            <a:extLst>
              <a:ext uri="{FF2B5EF4-FFF2-40B4-BE49-F238E27FC236}">
                <a16:creationId xmlns:a16="http://schemas.microsoft.com/office/drawing/2014/main" id="{76A87610-42C4-3DAC-3479-F1670D248DD9}"/>
              </a:ext>
            </a:extLst>
          </p:cNvPr>
          <p:cNvSpPr/>
          <p:nvPr/>
        </p:nvSpPr>
        <p:spPr>
          <a:xfrm>
            <a:off x="6796030" y="1776449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4</a:t>
            </a:r>
            <a:endParaRPr kumimoji="1" lang="ja-JP" altLang="en-US" sz="1200" dirty="0"/>
          </a:p>
        </p:txBody>
      </p:sp>
      <p:sp>
        <p:nvSpPr>
          <p:cNvPr id="90" name="フローチャート: 結合子 89">
            <a:extLst>
              <a:ext uri="{FF2B5EF4-FFF2-40B4-BE49-F238E27FC236}">
                <a16:creationId xmlns:a16="http://schemas.microsoft.com/office/drawing/2014/main" id="{24D291E7-D4E8-028F-A061-BEC0A55D64C8}"/>
              </a:ext>
            </a:extLst>
          </p:cNvPr>
          <p:cNvSpPr/>
          <p:nvPr/>
        </p:nvSpPr>
        <p:spPr>
          <a:xfrm>
            <a:off x="10856799" y="1940032"/>
            <a:ext cx="457200" cy="457200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5</a:t>
            </a:r>
            <a:endParaRPr kumimoji="1" lang="ja-JP" altLang="en-US" sz="1200" dirty="0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E7743F6E-AA43-7304-7541-260D150810FF}"/>
              </a:ext>
            </a:extLst>
          </p:cNvPr>
          <p:cNvSpPr txBox="1"/>
          <p:nvPr/>
        </p:nvSpPr>
        <p:spPr>
          <a:xfrm>
            <a:off x="11313999" y="1961375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</a:rPr>
              <a:t>8:RB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AC9B9CC3-DDC0-4CE7-2DB3-32DA17DA8AD5}"/>
              </a:ext>
            </a:extLst>
          </p:cNvPr>
          <p:cNvSpPr txBox="1"/>
          <p:nvPr/>
        </p:nvSpPr>
        <p:spPr>
          <a:xfrm>
            <a:off x="8487694" y="977317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</a:rPr>
              <a:t>ELECOM</a:t>
            </a:r>
          </a:p>
          <a:p>
            <a:r>
              <a:rPr lang="en-US" altLang="ja-JP" sz="1200" dirty="0">
                <a:solidFill>
                  <a:schemeClr val="bg1"/>
                </a:solidFill>
              </a:rPr>
              <a:t>JC-U4113S</a:t>
            </a:r>
          </a:p>
          <a:p>
            <a:r>
              <a:rPr kumimoji="1" lang="en-US" altLang="ja-JP" sz="1200" dirty="0">
                <a:solidFill>
                  <a:schemeClr val="bg1"/>
                </a:solidFill>
              </a:rPr>
              <a:t>X-mode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96" name="フローチャート: 結合子 95">
            <a:extLst>
              <a:ext uri="{FF2B5EF4-FFF2-40B4-BE49-F238E27FC236}">
                <a16:creationId xmlns:a16="http://schemas.microsoft.com/office/drawing/2014/main" id="{F4143F2B-356C-BEA6-BB3A-90896B4CB735}"/>
              </a:ext>
            </a:extLst>
          </p:cNvPr>
          <p:cNvSpPr/>
          <p:nvPr/>
        </p:nvSpPr>
        <p:spPr>
          <a:xfrm>
            <a:off x="8866909" y="2096654"/>
            <a:ext cx="1044129" cy="304588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rgbClr val="FF0000"/>
                </a:solidFill>
              </a:rPr>
              <a:t>X</a:t>
            </a:r>
            <a:r>
              <a:rPr kumimoji="1" lang="ja-JP" altLang="en-US" sz="900" dirty="0">
                <a:solidFill>
                  <a:srgbClr val="FF0000"/>
                </a:solidFill>
              </a:rPr>
              <a:t>固定</a:t>
            </a:r>
          </a:p>
        </p:txBody>
      </p:sp>
      <p:sp>
        <p:nvSpPr>
          <p:cNvPr id="98" name="フローチャート: 結合子 97">
            <a:extLst>
              <a:ext uri="{FF2B5EF4-FFF2-40B4-BE49-F238E27FC236}">
                <a16:creationId xmlns:a16="http://schemas.microsoft.com/office/drawing/2014/main" id="{60AD6CD7-EF5F-B0DF-E1BA-BDC107E4F788}"/>
              </a:ext>
            </a:extLst>
          </p:cNvPr>
          <p:cNvSpPr/>
          <p:nvPr/>
        </p:nvSpPr>
        <p:spPr>
          <a:xfrm>
            <a:off x="6171874" y="2375078"/>
            <a:ext cx="1044129" cy="488196"/>
          </a:xfrm>
          <a:prstGeom prst="flowChartConnector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/>
              <a:t>使用不可</a:t>
            </a:r>
            <a:endParaRPr kumimoji="1" lang="ja-JP" altLang="en-US" sz="1050" dirty="0"/>
          </a:p>
        </p:txBody>
      </p:sp>
      <p:sp>
        <p:nvSpPr>
          <p:cNvPr id="100" name="フローチャート: 結合子 99">
            <a:extLst>
              <a:ext uri="{FF2B5EF4-FFF2-40B4-BE49-F238E27FC236}">
                <a16:creationId xmlns:a16="http://schemas.microsoft.com/office/drawing/2014/main" id="{66E0D435-9869-F034-F8D0-8657C05699A5}"/>
              </a:ext>
            </a:extLst>
          </p:cNvPr>
          <p:cNvSpPr/>
          <p:nvPr/>
        </p:nvSpPr>
        <p:spPr>
          <a:xfrm>
            <a:off x="10822267" y="2454304"/>
            <a:ext cx="1044129" cy="488196"/>
          </a:xfrm>
          <a:prstGeom prst="flowChartConnector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/>
              <a:t>使用不可</a:t>
            </a:r>
            <a:endParaRPr kumimoji="1" lang="ja-JP" altLang="en-US" sz="1050" dirty="0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8997F6E8-FBA0-FFC0-23E0-73AAA8268412}"/>
              </a:ext>
            </a:extLst>
          </p:cNvPr>
          <p:cNvSpPr/>
          <p:nvPr/>
        </p:nvSpPr>
        <p:spPr>
          <a:xfrm>
            <a:off x="7143022" y="2089544"/>
            <a:ext cx="705642" cy="3430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100" dirty="0"/>
              <a:t>Pub</a:t>
            </a:r>
            <a:r>
              <a:rPr kumimoji="1" lang="en-US" altLang="ja-JP" sz="1100" dirty="0"/>
              <a:t> Stop</a:t>
            </a:r>
            <a:endParaRPr kumimoji="1" lang="ja-JP" altLang="en-US" sz="1100" dirty="0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EE64AD3C-AA4B-1507-F8F7-542521D362CB}"/>
              </a:ext>
            </a:extLst>
          </p:cNvPr>
          <p:cNvSpPr/>
          <p:nvPr/>
        </p:nvSpPr>
        <p:spPr>
          <a:xfrm>
            <a:off x="10272125" y="2063564"/>
            <a:ext cx="705642" cy="3430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100" dirty="0"/>
              <a:t>Pub</a:t>
            </a:r>
            <a:r>
              <a:rPr kumimoji="1" lang="en-US" altLang="ja-JP" sz="1100" dirty="0"/>
              <a:t> Start</a:t>
            </a:r>
            <a:endParaRPr kumimoji="1" lang="ja-JP" altLang="en-US" sz="1100" dirty="0"/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8D1B5BD7-DB0E-C2BB-DD96-8EBF1B3F7056}"/>
              </a:ext>
            </a:extLst>
          </p:cNvPr>
          <p:cNvSpPr/>
          <p:nvPr/>
        </p:nvSpPr>
        <p:spPr>
          <a:xfrm>
            <a:off x="3691774" y="2717358"/>
            <a:ext cx="1076498" cy="343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bt_Str_S</a:t>
            </a:r>
            <a:endParaRPr kumimoji="1" lang="en-US" altLang="ja-JP" sz="1100" dirty="0"/>
          </a:p>
          <a:p>
            <a:pPr algn="ctr"/>
            <a:r>
              <a:rPr lang="en-US" altLang="ja-JP" sz="1100" dirty="0"/>
              <a:t>Value(-100)</a:t>
            </a:r>
            <a:endParaRPr kumimoji="1" lang="ja-JP" altLang="en-US" sz="1100" dirty="0"/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BCAAC4EB-8973-F026-4EA6-8403C2530FA1}"/>
              </a:ext>
            </a:extLst>
          </p:cNvPr>
          <p:cNvSpPr/>
          <p:nvPr/>
        </p:nvSpPr>
        <p:spPr>
          <a:xfrm>
            <a:off x="4966562" y="2698402"/>
            <a:ext cx="1014457" cy="343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bt_Str_S</a:t>
            </a:r>
            <a:endParaRPr kumimoji="1" lang="en-US" altLang="ja-JP" sz="1100" dirty="0"/>
          </a:p>
          <a:p>
            <a:pPr algn="ctr"/>
            <a:r>
              <a:rPr lang="en-US" altLang="ja-JP" sz="1100" dirty="0"/>
              <a:t>Value(+100)</a:t>
            </a:r>
            <a:endParaRPr kumimoji="1" lang="ja-JP" altLang="en-US" sz="1100" dirty="0"/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04080688-1D66-6116-9790-CAFDBB0A35FB}"/>
              </a:ext>
            </a:extLst>
          </p:cNvPr>
          <p:cNvSpPr/>
          <p:nvPr/>
        </p:nvSpPr>
        <p:spPr>
          <a:xfrm>
            <a:off x="3772823" y="3465710"/>
            <a:ext cx="914400" cy="343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bt_A_Up</a:t>
            </a:r>
            <a:endParaRPr kumimoji="1" lang="ja-JP" altLang="en-US" sz="1100" dirty="0"/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4CC00CE6-9EA7-8946-CB0D-7288F625F7BA}"/>
              </a:ext>
            </a:extLst>
          </p:cNvPr>
          <p:cNvSpPr/>
          <p:nvPr/>
        </p:nvSpPr>
        <p:spPr>
          <a:xfrm>
            <a:off x="3650738" y="4173910"/>
            <a:ext cx="914400" cy="343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 err="1"/>
              <a:t>bt_A_</a:t>
            </a:r>
            <a:r>
              <a:rPr lang="en-US" altLang="ja-JP" sz="1050" dirty="0" err="1"/>
              <a:t>Down</a:t>
            </a:r>
            <a:endParaRPr kumimoji="1" lang="ja-JP" altLang="en-US" sz="105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0FC7752-95E3-5DAF-B28D-C3ECD3BDE69B}"/>
              </a:ext>
            </a:extLst>
          </p:cNvPr>
          <p:cNvSpPr/>
          <p:nvPr/>
        </p:nvSpPr>
        <p:spPr>
          <a:xfrm>
            <a:off x="4444198" y="807029"/>
            <a:ext cx="670257" cy="1715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 err="1"/>
              <a:t>bt_BK</a:t>
            </a:r>
            <a:endParaRPr kumimoji="1" lang="ja-JP" altLang="en-US" sz="1050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35F7386-3AD5-ABA6-CEE5-B9EA4EEF9870}"/>
              </a:ext>
            </a:extLst>
          </p:cNvPr>
          <p:cNvSpPr/>
          <p:nvPr/>
        </p:nvSpPr>
        <p:spPr>
          <a:xfrm>
            <a:off x="7326375" y="1790006"/>
            <a:ext cx="705642" cy="2256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stp_all</a:t>
            </a:r>
            <a:endParaRPr kumimoji="1" lang="ja-JP" altLang="en-US" sz="11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A445A48-E934-3465-807B-DB5E97246A43}"/>
              </a:ext>
            </a:extLst>
          </p:cNvPr>
          <p:cNvSpPr/>
          <p:nvPr/>
        </p:nvSpPr>
        <p:spPr>
          <a:xfrm>
            <a:off x="9990463" y="1812884"/>
            <a:ext cx="705642" cy="2256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stp_all</a:t>
            </a:r>
            <a:endParaRPr kumimoji="1" lang="ja-JP" altLang="en-US" sz="1100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7565B88-7B99-669B-8984-15EEBA872694}"/>
              </a:ext>
            </a:extLst>
          </p:cNvPr>
          <p:cNvSpPr/>
          <p:nvPr/>
        </p:nvSpPr>
        <p:spPr>
          <a:xfrm>
            <a:off x="6564121" y="1081947"/>
            <a:ext cx="867904" cy="2256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only_data</a:t>
            </a:r>
            <a:endParaRPr kumimoji="1" lang="ja-JP" altLang="en-US" sz="1100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52B84AD-A8B9-109A-A6E5-22F7F0A9219E}"/>
              </a:ext>
            </a:extLst>
          </p:cNvPr>
          <p:cNvSpPr/>
          <p:nvPr/>
        </p:nvSpPr>
        <p:spPr>
          <a:xfrm>
            <a:off x="9656019" y="1309873"/>
            <a:ext cx="867904" cy="2256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only_data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014964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651</Words>
  <Application>Microsoft Office PowerPoint</Application>
  <PresentationFormat>ワイド画面</PresentationFormat>
  <Paragraphs>247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Controller map ROBOBIKE</vt:lpstr>
      <vt:lpstr>PowerPoint プレゼンテーション</vt:lpstr>
      <vt:lpstr>PowerPoint プレゼンテーション</vt:lpstr>
      <vt:lpstr>PowerPoint プレゼンテーション</vt:lpstr>
    </vt:vector>
  </TitlesOfParts>
  <Company>株式会社エクサ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堀 扶</dc:creator>
  <cp:lastModifiedBy>堀 扶</cp:lastModifiedBy>
  <cp:revision>5</cp:revision>
  <dcterms:created xsi:type="dcterms:W3CDTF">2026-10-27T01:32:53Z</dcterms:created>
  <dcterms:modified xsi:type="dcterms:W3CDTF">2026-10-30T06:14:58Z</dcterms:modified>
</cp:coreProperties>
</file>